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7" r:id="rId2"/>
    <p:sldId id="2145706544" r:id="rId3"/>
    <p:sldId id="2145706545" r:id="rId4"/>
    <p:sldId id="2145706546" r:id="rId5"/>
    <p:sldId id="2145706547" r:id="rId6"/>
    <p:sldId id="2145706548" r:id="rId7"/>
    <p:sldId id="2145706557" r:id="rId8"/>
    <p:sldId id="2145706549" r:id="rId9"/>
    <p:sldId id="2145706551" r:id="rId10"/>
    <p:sldId id="2145706550" r:id="rId11"/>
    <p:sldId id="2145706552" r:id="rId12"/>
    <p:sldId id="2145706553" r:id="rId13"/>
    <p:sldId id="2145706554" r:id="rId14"/>
    <p:sldId id="2145706560" r:id="rId15"/>
    <p:sldId id="2145706561" r:id="rId16"/>
    <p:sldId id="2145706556" r:id="rId17"/>
    <p:sldId id="2145706555" r:id="rId18"/>
    <p:sldId id="2145706558" r:id="rId19"/>
    <p:sldId id="2145706559" r:id="rId20"/>
    <p:sldId id="2145706542" r:id="rId21"/>
  </p:sldIdLst>
  <p:sldSz cx="12192000" cy="6858000"/>
  <p:notesSz cx="6858000" cy="9144000"/>
  <p:defaultTextStyle>
    <a:defPPr>
      <a:defRPr lang="en-US"/>
    </a:defPPr>
    <a:lvl1pPr marL="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ivallya, Vivek" initials="KV" lastIdx="1" clrIdx="0">
    <p:extLst>
      <p:ext uri="{19B8F6BF-5375-455C-9EA6-DF929625EA0E}">
        <p15:presenceInfo xmlns:p15="http://schemas.microsoft.com/office/powerpoint/2012/main" userId="S::kaivally@merck.com::1d75c103-570b-4c87-9886-2bdaf47cb78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A7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63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669" y="2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ov, Evgeny" userId="c0b69550-0130-423a-bd51-0d16c13e6a76" providerId="ADAL" clId="{879085FF-D6CE-4645-9544-588D1C952615}"/>
    <pc:docChg chg="undo custSel mod addSld delSld modSld sldOrd modMainMaster">
      <pc:chgData name="Leonov, Evgeny" userId="c0b69550-0130-423a-bd51-0d16c13e6a76" providerId="ADAL" clId="{879085FF-D6CE-4645-9544-588D1C952615}" dt="2026-10-14T08:19:36.058" v="590" actId="33475"/>
      <pc:docMkLst>
        <pc:docMk/>
      </pc:docMkLst>
      <pc:sldChg chg="addSp delSp modSp add del mod ord">
        <pc:chgData name="Leonov, Evgeny" userId="c0b69550-0130-423a-bd51-0d16c13e6a76" providerId="ADAL" clId="{879085FF-D6CE-4645-9544-588D1C952615}" dt="2026-10-14T08:19:23.968" v="589" actId="47"/>
        <pc:sldMkLst>
          <pc:docMk/>
          <pc:sldMk cId="419788026" sldId="2145706543"/>
        </pc:sldMkLst>
      </pc:sldChg>
      <pc:sldChg chg="addSp delSp modSp add mod">
        <pc:chgData name="Leonov, Evgeny" userId="c0b69550-0130-423a-bd51-0d16c13e6a76" providerId="ADAL" clId="{879085FF-D6CE-4645-9544-588D1C952615}" dt="2026-10-14T08:19:11.656" v="588" actId="478"/>
        <pc:sldMkLst>
          <pc:docMk/>
          <pc:sldMk cId="541445234" sldId="2145706544"/>
        </pc:sldMkLst>
        <pc:spChg chg="add del mod">
          <ac:chgData name="Leonov, Evgeny" userId="c0b69550-0130-423a-bd51-0d16c13e6a76" providerId="ADAL" clId="{879085FF-D6CE-4645-9544-588D1C952615}" dt="2026-10-14T08:19:10.019" v="587" actId="478"/>
          <ac:spMkLst>
            <pc:docMk/>
            <pc:sldMk cId="541445234" sldId="2145706544"/>
            <ac:spMk id="12" creationId="{D5B4DFEB-2F7E-E53D-4403-6A66D3209614}"/>
          </ac:spMkLst>
        </pc:spChg>
        <pc:spChg chg="add del mod">
          <ac:chgData name="Leonov, Evgeny" userId="c0b69550-0130-423a-bd51-0d16c13e6a76" providerId="ADAL" clId="{879085FF-D6CE-4645-9544-588D1C952615}" dt="2026-10-14T08:19:11.656" v="588" actId="478"/>
          <ac:spMkLst>
            <pc:docMk/>
            <pc:sldMk cId="541445234" sldId="2145706544"/>
            <ac:spMk id="13" creationId="{B7AA5E01-3E74-BA6F-9C05-DED9CFB0A2B7}"/>
          </ac:spMkLst>
        </pc:spChg>
      </pc:sldChg>
      <pc:sldChg chg="addSp delSp modSp add del mod ord">
        <pc:chgData name="Leonov, Evgeny" userId="c0b69550-0130-423a-bd51-0d16c13e6a76" providerId="ADAL" clId="{879085FF-D6CE-4645-9544-588D1C952615}" dt="2026-10-14T08:19:23.968" v="589" actId="47"/>
        <pc:sldMkLst>
          <pc:docMk/>
          <pc:sldMk cId="1381354048" sldId="2145706545"/>
        </pc:sldMkLst>
      </pc:sldChg>
      <pc:sldChg chg="addSp delSp modSp add del mod ord modClrScheme chgLayout">
        <pc:chgData name="Leonov, Evgeny" userId="c0b69550-0130-423a-bd51-0d16c13e6a76" providerId="ADAL" clId="{879085FF-D6CE-4645-9544-588D1C952615}" dt="2026-10-14T08:19:23.968" v="589" actId="47"/>
        <pc:sldMkLst>
          <pc:docMk/>
          <pc:sldMk cId="495142055" sldId="2145706546"/>
        </pc:sldMkLst>
      </pc:sldChg>
      <pc:sldChg chg="addSp delSp modSp add del mod">
        <pc:chgData name="Leonov, Evgeny" userId="c0b69550-0130-423a-bd51-0d16c13e6a76" providerId="ADAL" clId="{879085FF-D6CE-4645-9544-588D1C952615}" dt="2026-10-14T08:19:23.968" v="589" actId="47"/>
        <pc:sldMkLst>
          <pc:docMk/>
          <pc:sldMk cId="848604215" sldId="2145706547"/>
        </pc:sldMkLst>
      </pc:sldChg>
      <pc:sldChg chg="addSp delSp modSp add del mod ord">
        <pc:chgData name="Leonov, Evgeny" userId="c0b69550-0130-423a-bd51-0d16c13e6a76" providerId="ADAL" clId="{879085FF-D6CE-4645-9544-588D1C952615}" dt="2026-10-14T08:19:23.968" v="589" actId="47"/>
        <pc:sldMkLst>
          <pc:docMk/>
          <pc:sldMk cId="2707564819" sldId="2145706548"/>
        </pc:sldMkLst>
      </pc:sldChg>
      <pc:sldChg chg="modSp add del mod">
        <pc:chgData name="Leonov, Evgeny" userId="c0b69550-0130-423a-bd51-0d16c13e6a76" providerId="ADAL" clId="{879085FF-D6CE-4645-9544-588D1C952615}" dt="2026-10-14T08:19:23.968" v="589" actId="47"/>
        <pc:sldMkLst>
          <pc:docMk/>
          <pc:sldMk cId="3010302738" sldId="2145706549"/>
        </pc:sldMkLst>
      </pc:sldChg>
      <pc:sldChg chg="add del">
        <pc:chgData name="Leonov, Evgeny" userId="c0b69550-0130-423a-bd51-0d16c13e6a76" providerId="ADAL" clId="{879085FF-D6CE-4645-9544-588D1C952615}" dt="2026-10-14T08:19:23.968" v="589" actId="47"/>
        <pc:sldMkLst>
          <pc:docMk/>
          <pc:sldMk cId="1520987702" sldId="2145706550"/>
        </pc:sldMkLst>
      </pc:sldChg>
      <pc:sldChg chg="modSp add del mod ord">
        <pc:chgData name="Leonov, Evgeny" userId="c0b69550-0130-423a-bd51-0d16c13e6a76" providerId="ADAL" clId="{879085FF-D6CE-4645-9544-588D1C952615}" dt="2026-10-14T08:19:23.968" v="589" actId="47"/>
        <pc:sldMkLst>
          <pc:docMk/>
          <pc:sldMk cId="2438261534" sldId="2145706551"/>
        </pc:sldMkLst>
      </pc:sldChg>
      <pc:sldChg chg="addSp delSp modSp add del mod ord">
        <pc:chgData name="Leonov, Evgeny" userId="c0b69550-0130-423a-bd51-0d16c13e6a76" providerId="ADAL" clId="{879085FF-D6CE-4645-9544-588D1C952615}" dt="2026-10-14T08:19:23.968" v="589" actId="47"/>
        <pc:sldMkLst>
          <pc:docMk/>
          <pc:sldMk cId="3756035241" sldId="2145706552"/>
        </pc:sldMkLst>
      </pc:sldChg>
      <pc:sldChg chg="addSp delSp modSp new del mod">
        <pc:chgData name="Leonov, Evgeny" userId="c0b69550-0130-423a-bd51-0d16c13e6a76" providerId="ADAL" clId="{879085FF-D6CE-4645-9544-588D1C952615}" dt="2026-10-14T08:19:23.968" v="589" actId="47"/>
        <pc:sldMkLst>
          <pc:docMk/>
          <pc:sldMk cId="600065017" sldId="2145706553"/>
        </pc:sldMkLst>
      </pc:sldChg>
      <pc:sldChg chg="modSp add del mod">
        <pc:chgData name="Leonov, Evgeny" userId="c0b69550-0130-423a-bd51-0d16c13e6a76" providerId="ADAL" clId="{879085FF-D6CE-4645-9544-588D1C952615}" dt="2026-10-14T08:19:23.968" v="589" actId="47"/>
        <pc:sldMkLst>
          <pc:docMk/>
          <pc:sldMk cId="2930457588" sldId="2145706554"/>
        </pc:sldMkLst>
      </pc:sldChg>
      <pc:sldChg chg="modSp add del mod ord">
        <pc:chgData name="Leonov, Evgeny" userId="c0b69550-0130-423a-bd51-0d16c13e6a76" providerId="ADAL" clId="{879085FF-D6CE-4645-9544-588D1C952615}" dt="2026-10-14T08:19:23.968" v="589" actId="47"/>
        <pc:sldMkLst>
          <pc:docMk/>
          <pc:sldMk cId="3887368096" sldId="2145706555"/>
        </pc:sldMkLst>
      </pc:sldChg>
      <pc:sldChg chg="addSp modSp add del mod ord">
        <pc:chgData name="Leonov, Evgeny" userId="c0b69550-0130-423a-bd51-0d16c13e6a76" providerId="ADAL" clId="{879085FF-D6CE-4645-9544-588D1C952615}" dt="2026-10-14T08:19:23.968" v="589" actId="47"/>
        <pc:sldMkLst>
          <pc:docMk/>
          <pc:sldMk cId="1311824947" sldId="2145706556"/>
        </pc:sldMkLst>
      </pc:sldChg>
      <pc:sldChg chg="delSp modSp add del mod ord">
        <pc:chgData name="Leonov, Evgeny" userId="c0b69550-0130-423a-bd51-0d16c13e6a76" providerId="ADAL" clId="{879085FF-D6CE-4645-9544-588D1C952615}" dt="2026-10-14T08:19:23.968" v="589" actId="47"/>
        <pc:sldMkLst>
          <pc:docMk/>
          <pc:sldMk cId="905220050" sldId="2145706557"/>
        </pc:sldMkLst>
      </pc:sldChg>
      <pc:sldChg chg="delSp modSp add del mod ord">
        <pc:chgData name="Leonov, Evgeny" userId="c0b69550-0130-423a-bd51-0d16c13e6a76" providerId="ADAL" clId="{879085FF-D6CE-4645-9544-588D1C952615}" dt="2026-10-14T08:19:23.968" v="589" actId="47"/>
        <pc:sldMkLst>
          <pc:docMk/>
          <pc:sldMk cId="3550119578" sldId="2145706558"/>
        </pc:sldMkLst>
      </pc:sldChg>
      <pc:sldChg chg="addSp delSp modSp add del mod ord">
        <pc:chgData name="Leonov, Evgeny" userId="c0b69550-0130-423a-bd51-0d16c13e6a76" providerId="ADAL" clId="{879085FF-D6CE-4645-9544-588D1C952615}" dt="2026-10-14T08:19:23.968" v="589" actId="47"/>
        <pc:sldMkLst>
          <pc:docMk/>
          <pc:sldMk cId="1398971365" sldId="2145706559"/>
        </pc:sldMkLst>
      </pc:sldChg>
      <pc:sldMasterChg chg="delSp mod">
        <pc:chgData name="Leonov, Evgeny" userId="c0b69550-0130-423a-bd51-0d16c13e6a76" providerId="ADAL" clId="{879085FF-D6CE-4645-9544-588D1C952615}" dt="2026-10-14T08:19:36.058" v="590" actId="33475"/>
        <pc:sldMasterMkLst>
          <pc:docMk/>
          <pc:sldMasterMk cId="554049530" sldId="2147483672"/>
        </pc:sldMasterMkLst>
        <pc:spChg chg="del">
          <ac:chgData name="Leonov, Evgeny" userId="c0b69550-0130-423a-bd51-0d16c13e6a76" providerId="ADAL" clId="{879085FF-D6CE-4645-9544-588D1C952615}" dt="2026-10-14T08:19:36.058" v="590" actId="33475"/>
          <ac:spMkLst>
            <pc:docMk/>
            <pc:sldMasterMk cId="554049530" sldId="2147483672"/>
            <ac:spMk id="7" creationId="{BC81BCAB-894C-4B69-A17E-0E2C17C5257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6AB04-16FE-4906-B5AE-BFF797B8155A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D403B-0F6A-4C1F-AE63-FA1FF361F7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425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000" cy="2200275"/>
          </a:xfrm>
        </p:spPr>
        <p:txBody>
          <a:bodyPr anchor="b"/>
          <a:lstStyle>
            <a:lvl1pPr algn="l">
              <a:defRPr sz="4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000" cy="2200275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52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7F91FFD-73BA-4C6D-B9FD-A1C4B70F7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98CBD-FFE3-4A16-A911-FD4B6A99E2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" y="377825"/>
            <a:ext cx="1072493" cy="46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173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06059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000" cy="2200275"/>
          </a:xfrm>
        </p:spPr>
        <p:txBody>
          <a:bodyPr anchor="b"/>
          <a:lstStyle>
            <a:lvl1pPr algn="l">
              <a:defRPr sz="42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000" cy="2200275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3B4184-6328-4154-91D2-1AA8288B2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A6D0F5-CC46-462F-A42F-E40933FBDA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" y="377825"/>
            <a:ext cx="1073492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35263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729" cy="2200275"/>
          </a:xfrm>
        </p:spPr>
        <p:txBody>
          <a:bodyPr anchor="b"/>
          <a:lstStyle>
            <a:lvl1pPr algn="l">
              <a:defRPr sz="42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729" cy="2200275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46E6AF0-C66B-4B32-964D-86B588C01D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1" cy="6096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85666-16D6-4604-851C-B7A185B1DF28}"/>
              </a:ext>
            </a:extLst>
          </p:cNvPr>
          <p:cNvSpPr/>
          <p:nvPr userDrawn="1"/>
        </p:nvSpPr>
        <p:spPr>
          <a:xfrm>
            <a:off x="5718000" y="6096600"/>
            <a:ext cx="378000" cy="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6DB4970-1539-45AF-95B7-E0F4F6E0F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E35433-146C-4204-9AAE-0319916059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" y="377825"/>
            <a:ext cx="1072493" cy="46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6616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3107064-D3CA-49F7-8E72-46608079AF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92600" y="4950000"/>
            <a:ext cx="2629000" cy="1431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729" cy="2200275"/>
          </a:xfrm>
        </p:spPr>
        <p:txBody>
          <a:bodyPr anchor="b"/>
          <a:lstStyle>
            <a:lvl1pPr algn="l">
              <a:defRPr sz="42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729" cy="868099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46E6AF0-C66B-4B32-964D-86B588C01D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21600" y="894600"/>
            <a:ext cx="5270400" cy="40572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85666-16D6-4604-851C-B7A185B1DF28}"/>
              </a:ext>
            </a:extLst>
          </p:cNvPr>
          <p:cNvSpPr/>
          <p:nvPr userDrawn="1"/>
        </p:nvSpPr>
        <p:spPr>
          <a:xfrm>
            <a:off x="3914600" y="4573800"/>
            <a:ext cx="378000" cy="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09E9714-8531-49CA-817A-A6591E6AC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CED3DD-5337-4047-83BA-8A34F030420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" y="377825"/>
            <a:ext cx="1072493" cy="46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86830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3107064-D3CA-49F7-8E72-46608079AF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38600" y="3384000"/>
            <a:ext cx="1913400" cy="1683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729" cy="2200275"/>
          </a:xfrm>
        </p:spPr>
        <p:txBody>
          <a:bodyPr anchor="b"/>
          <a:lstStyle>
            <a:lvl1pPr algn="l">
              <a:defRPr sz="42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729" cy="2200275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46E6AF0-C66B-4B32-964D-86B588C01D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52000" y="0"/>
            <a:ext cx="4140000" cy="3384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85666-16D6-4604-851C-B7A185B1DF28}"/>
              </a:ext>
            </a:extLst>
          </p:cNvPr>
          <p:cNvSpPr/>
          <p:nvPr userDrawn="1"/>
        </p:nvSpPr>
        <p:spPr>
          <a:xfrm>
            <a:off x="7674000" y="6003750"/>
            <a:ext cx="378000" cy="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02C68CA-982E-4DE8-82EB-BF63660F9C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52000" y="5067000"/>
            <a:ext cx="1351800" cy="936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FCC1E2B-BD2B-41AE-8380-2C7169758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01E5C0-4522-4BED-92DF-48801EE0B9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" y="377825"/>
            <a:ext cx="1072493" cy="46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8770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729" cy="2200275"/>
          </a:xfrm>
        </p:spPr>
        <p:txBody>
          <a:bodyPr anchor="b"/>
          <a:lstStyle>
            <a:lvl1pPr algn="l">
              <a:defRPr sz="4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729" cy="2200275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570B4B7-B99F-4E9F-8038-FEAA60799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1E0E6D-DE58-4EDB-915E-83D2267B39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" y="377825"/>
            <a:ext cx="1072493" cy="46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3369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/>
            </a:lvl1pPr>
            <a:lvl2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>
                <a:solidFill>
                  <a:schemeClr val="bg1">
                    <a:lumMod val="85000"/>
                  </a:schemeClr>
                </a:solidFill>
              </a:defRPr>
            </a:lvl2pPr>
            <a:lvl3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 b="1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69889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Vertical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622" y="1925636"/>
            <a:ext cx="2104845" cy="445611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2599" y="1925636"/>
            <a:ext cx="7521575" cy="4456111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/>
            </a:lvl1pPr>
            <a:lvl2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>
                <a:solidFill>
                  <a:schemeClr val="bg1">
                    <a:lumMod val="85000"/>
                  </a:schemeClr>
                </a:solidFill>
              </a:defRPr>
            </a:lvl2pPr>
            <a:lvl3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 b="1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476A1C-450C-4513-925D-8391EFA2E70F}"/>
              </a:ext>
            </a:extLst>
          </p:cNvPr>
          <p:cNvCxnSpPr/>
          <p:nvPr userDrawn="1"/>
        </p:nvCxnSpPr>
        <p:spPr>
          <a:xfrm>
            <a:off x="3051313" y="516835"/>
            <a:ext cx="0" cy="59633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104ED05-5F44-40F1-9B8B-FB18CC7838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5620" y="6477467"/>
            <a:ext cx="49499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1799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1925637"/>
            <a:ext cx="5508000" cy="4456113"/>
          </a:xfrm>
        </p:spPr>
        <p:txBody>
          <a:bodyPr/>
          <a:lstStyle>
            <a:lvl1pPr>
              <a:spcBef>
                <a:spcPts val="1600"/>
              </a:spcBef>
              <a:spcAft>
                <a:spcPts val="1600"/>
              </a:spcAft>
              <a:defRPr b="1">
                <a:solidFill>
                  <a:schemeClr val="accent1"/>
                </a:solidFill>
              </a:defRPr>
            </a:lvl1pPr>
            <a:lvl2pPr marL="216000" indent="0">
              <a:spcAft>
                <a:spcPts val="0"/>
              </a:spcAft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35E8A8-7A94-4D3A-8CEF-505EA93C3FA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6175" y="1925636"/>
            <a:ext cx="5508000" cy="4456113"/>
          </a:xfrm>
        </p:spPr>
        <p:txBody>
          <a:bodyPr/>
          <a:lstStyle>
            <a:lvl1pPr>
              <a:spcBef>
                <a:spcPts val="1600"/>
              </a:spcBef>
              <a:spcAft>
                <a:spcPts val="1600"/>
              </a:spcAft>
              <a:defRPr b="1">
                <a:solidFill>
                  <a:schemeClr val="accent1"/>
                </a:solidFill>
              </a:defRPr>
            </a:lvl1pPr>
            <a:lvl2pPr marL="216000" indent="0">
              <a:spcAft>
                <a:spcPts val="0"/>
              </a:spcAft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4892203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1925636"/>
            <a:ext cx="5508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C26C6CA-6FA0-41CA-894A-BF8B4460FDF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6175" y="1925636"/>
            <a:ext cx="5508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79075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5025" y="1925636"/>
            <a:ext cx="46908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C26C6CA-6FA0-41CA-894A-BF8B4460FDF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3375" y="1925636"/>
            <a:ext cx="46908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CB0DAD-1D3A-4AE1-B658-E47AEDEBDC9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77825" y="1925638"/>
            <a:ext cx="727075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 dirty="0"/>
              <a:t>0.</a:t>
            </a:r>
            <a:endParaRPr lang="en-GB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8A05E0C6-0A16-44EE-A33F-CB3D25780FD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06177" y="1925636"/>
            <a:ext cx="727075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 dirty="0"/>
              <a:t>0.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322840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ar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1925637"/>
            <a:ext cx="684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66175" y="1925637"/>
            <a:ext cx="4248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584744" y="6480175"/>
            <a:ext cx="229431" cy="216000"/>
          </a:xfrm>
        </p:spPr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33052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ar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1925637"/>
            <a:ext cx="4248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4175" y="1925637"/>
            <a:ext cx="684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66080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1925637"/>
            <a:ext cx="3607594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2203" y="1925636"/>
            <a:ext cx="3607594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6581" y="1925636"/>
            <a:ext cx="3607594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374768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oxed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2779714"/>
            <a:ext cx="3607594" cy="3602036"/>
          </a:xfrm>
        </p:spPr>
        <p:txBody>
          <a:bodyPr/>
          <a:lstStyle>
            <a:lvl4pPr marL="324000" indent="-108000">
              <a:buFont typeface="Arial" panose="020B0604020202020204" pitchFamily="34" charset="0"/>
              <a:buChar char="•"/>
              <a:defRPr sz="1200">
                <a:solidFill>
                  <a:schemeClr val="accent4"/>
                </a:solidFill>
                <a:latin typeface="+mn-lt"/>
              </a:defRPr>
            </a:lvl4pPr>
            <a:lvl5pPr marL="432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37978F-B82C-43FD-83FD-6C5528177445}"/>
              </a:ext>
            </a:extLst>
          </p:cNvPr>
          <p:cNvCxnSpPr/>
          <p:nvPr userDrawn="1"/>
        </p:nvCxnSpPr>
        <p:spPr>
          <a:xfrm>
            <a:off x="4138811" y="2779713"/>
            <a:ext cx="0" cy="349330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9591C-D839-480D-87AF-CCA3E39A8A12}"/>
              </a:ext>
            </a:extLst>
          </p:cNvPr>
          <p:cNvCxnSpPr/>
          <p:nvPr userDrawn="1"/>
        </p:nvCxnSpPr>
        <p:spPr>
          <a:xfrm>
            <a:off x="8053189" y="2779713"/>
            <a:ext cx="0" cy="349330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9CDDD6-A4E2-4D4C-82F0-B33A9971E1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8222" y="1925638"/>
            <a:ext cx="3606800" cy="694800"/>
          </a:xfrm>
          <a:solidFill>
            <a:schemeClr val="accent1"/>
          </a:solidFill>
        </p:spPr>
        <p:txBody>
          <a:bodyPr lIns="180000" tIns="144000" rIns="180000" bIns="144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29F3904-BD90-4349-B787-82A3653EBE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2600" y="1925638"/>
            <a:ext cx="3606800" cy="694800"/>
          </a:xfrm>
          <a:solidFill>
            <a:schemeClr val="accent1"/>
          </a:solidFill>
        </p:spPr>
        <p:txBody>
          <a:bodyPr lIns="180000" tIns="144000" rIns="180000" bIns="144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D5749C8-BCF0-41ED-BD1F-0512A23DA9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6978" y="1925638"/>
            <a:ext cx="3606800" cy="694800"/>
          </a:xfrm>
          <a:solidFill>
            <a:schemeClr val="accent1"/>
          </a:solidFill>
        </p:spPr>
        <p:txBody>
          <a:bodyPr lIns="180000" tIns="144000" rIns="180000" bIns="144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1DDE8BC-D654-4102-8654-7FE0DA087A31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292202" y="2779714"/>
            <a:ext cx="3607594" cy="3602036"/>
          </a:xfrm>
        </p:spPr>
        <p:txBody>
          <a:bodyPr/>
          <a:lstStyle>
            <a:lvl4pPr marL="324000" indent="-108000">
              <a:buFont typeface="Arial" panose="020B0604020202020204" pitchFamily="34" charset="0"/>
              <a:buChar char="•"/>
              <a:defRPr sz="1200">
                <a:solidFill>
                  <a:schemeClr val="accent4"/>
                </a:solidFill>
                <a:latin typeface="+mn-lt"/>
              </a:defRPr>
            </a:lvl4pPr>
            <a:lvl5pPr marL="432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C807534-2ABE-4D80-9993-23CDB2D85CC4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206579" y="2779714"/>
            <a:ext cx="3607594" cy="3602036"/>
          </a:xfrm>
        </p:spPr>
        <p:txBody>
          <a:bodyPr/>
          <a:lstStyle>
            <a:lvl4pPr marL="324000" indent="-108000">
              <a:buFont typeface="Arial" panose="020B0604020202020204" pitchFamily="34" charset="0"/>
              <a:buChar char="•"/>
              <a:defRPr sz="1200">
                <a:solidFill>
                  <a:schemeClr val="accent4"/>
                </a:solidFill>
                <a:latin typeface="+mn-lt"/>
              </a:defRPr>
            </a:lvl4pPr>
            <a:lvl5pPr marL="432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7" name="Picture 16" descr="A close up of smoke&#10;&#10;Description automatically generated">
            <a:extLst>
              <a:ext uri="{FF2B5EF4-FFF2-40B4-BE49-F238E27FC236}">
                <a16:creationId xmlns:a16="http://schemas.microsoft.com/office/drawing/2014/main" id="{5F203263-769C-4C12-9223-2001699512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96" y="2098506"/>
            <a:ext cx="163429" cy="346582"/>
          </a:xfrm>
          <a:prstGeom prst="rect">
            <a:avLst/>
          </a:prstGeom>
        </p:spPr>
      </p:pic>
      <p:pic>
        <p:nvPicPr>
          <p:cNvPr id="18" name="Picture 17" descr="A close up of smoke&#10;&#10;Description automatically generated">
            <a:extLst>
              <a:ext uri="{FF2B5EF4-FFF2-40B4-BE49-F238E27FC236}">
                <a16:creationId xmlns:a16="http://schemas.microsoft.com/office/drawing/2014/main" id="{67406F93-4853-495C-80C0-0EF6FE29A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474" y="2100987"/>
            <a:ext cx="163429" cy="34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64515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419" y="1925637"/>
            <a:ext cx="315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49797" y="1925636"/>
            <a:ext cx="315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664175" y="1925636"/>
            <a:ext cx="315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1C72693-AE5F-44C4-B2DE-80193159B35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7826" y="1925638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 dirty="0"/>
              <a:t>0.</a:t>
            </a:r>
            <a:endParaRPr lang="en-GB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582ACADA-0A45-42F9-8B5C-1E169DE39EC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292600" y="1920800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 dirty="0"/>
              <a:t>0.</a:t>
            </a:r>
            <a:endParaRPr lang="en-GB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3CC5F8C-C4D5-42BB-A445-BB440A06A61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207374" y="1915962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 dirty="0"/>
              <a:t>0.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107946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hree Column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1925637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EA7B3"/>
                </a:solidFill>
              </a:defRPr>
            </a:lvl1pPr>
          </a:lstStyle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2203" y="1925636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6581" y="1925636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C93332-FCA3-4054-A844-0AC0A2544D34}"/>
              </a:ext>
            </a:extLst>
          </p:cNvPr>
          <p:cNvCxnSpPr/>
          <p:nvPr userDrawn="1"/>
        </p:nvCxnSpPr>
        <p:spPr>
          <a:xfrm>
            <a:off x="377825" y="1227932"/>
            <a:ext cx="1143635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9FB6FD0-6564-46A3-8526-8A099DEAE4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807" y="6477266"/>
            <a:ext cx="495458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0959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hree Column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1925637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2203" y="1925636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6581" y="1925636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C93332-FCA3-4054-A844-0AC0A2544D34}"/>
              </a:ext>
            </a:extLst>
          </p:cNvPr>
          <p:cNvCxnSpPr/>
          <p:nvPr userDrawn="1"/>
        </p:nvCxnSpPr>
        <p:spPr>
          <a:xfrm>
            <a:off x="377825" y="1227932"/>
            <a:ext cx="1143635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06AAC09-DA37-4E7F-A801-DAE095E3E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807" y="6477467"/>
            <a:ext cx="495458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8884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1925637"/>
            <a:ext cx="252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49942" y="1925636"/>
            <a:ext cx="252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22059" y="1925636"/>
            <a:ext cx="252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50D3F88-0323-4B6F-A103-01F202829C3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294175" y="1925635"/>
            <a:ext cx="252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06683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825" y="1925637"/>
            <a:ext cx="2034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35942" y="1925636"/>
            <a:ext cx="2034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808059" y="1925636"/>
            <a:ext cx="2034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50D3F88-0323-4B6F-A103-01F202829C3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780175" y="1925635"/>
            <a:ext cx="2034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91B5C024-3D37-40F2-9B81-1690BB31914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77826" y="1925638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 dirty="0"/>
              <a:t>0.</a:t>
            </a:r>
            <a:endParaRPr lang="en-GB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521F0D55-5210-49B5-B56F-CE30A8FB3C3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48188" y="1925635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 dirty="0"/>
              <a:t>0.</a:t>
            </a:r>
            <a:endParaRPr lang="en-GB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3D09EB75-7828-4D9E-BDD9-CAE3A50CAFE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18550" y="1925632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 dirty="0"/>
              <a:t>0.</a:t>
            </a:r>
            <a:endParaRPr lang="en-GB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029A3F0B-03EF-4E97-80EA-26AA53F30F6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88912" y="1925629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 dirty="0"/>
              <a:t>0.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2527045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2779714"/>
            <a:ext cx="2754000" cy="3602036"/>
          </a:xfrm>
          <a:solidFill>
            <a:srgbClr val="F7F7F7"/>
          </a:solidFill>
        </p:spPr>
        <p:txBody>
          <a:bodyPr lIns="288000" tIns="216000" rIns="288000" bIns="216000"/>
          <a:lstStyle>
            <a:lvl2pPr marL="108000" indent="-108000">
              <a:spcAft>
                <a:spcPts val="1600"/>
              </a:spcAft>
              <a:buFont typeface="Arial" panose="020B0604020202020204" pitchFamily="34" charset="0"/>
              <a:buChar char="•"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71942" y="2779713"/>
            <a:ext cx="2754000" cy="3602036"/>
          </a:xfrm>
          <a:solidFill>
            <a:srgbClr val="F7F7F7"/>
          </a:solidFill>
        </p:spPr>
        <p:txBody>
          <a:bodyPr lIns="288000" tIns="216000" rIns="288000" bIns="216000"/>
          <a:lstStyle>
            <a:lvl2pPr marL="108000" indent="-108000">
              <a:spcAft>
                <a:spcPts val="1600"/>
              </a:spcAft>
              <a:buFont typeface="Arial" panose="020B0604020202020204" pitchFamily="34" charset="0"/>
              <a:buChar char="•"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166059" y="2779713"/>
            <a:ext cx="2754000" cy="3602036"/>
          </a:xfrm>
          <a:solidFill>
            <a:srgbClr val="F7F7F7"/>
          </a:solidFill>
        </p:spPr>
        <p:txBody>
          <a:bodyPr lIns="288000" tIns="216000" rIns="288000" bIns="216000"/>
          <a:lstStyle>
            <a:lvl2pPr marL="108000" indent="-108000">
              <a:spcAft>
                <a:spcPts val="1600"/>
              </a:spcAft>
              <a:buFont typeface="Arial" panose="020B0604020202020204" pitchFamily="34" charset="0"/>
              <a:buChar char="•"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50D3F88-0323-4B6F-A103-01F202829C3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60175" y="2779712"/>
            <a:ext cx="2754000" cy="3602036"/>
          </a:xfrm>
          <a:solidFill>
            <a:srgbClr val="F7F7F7"/>
          </a:solidFill>
        </p:spPr>
        <p:txBody>
          <a:bodyPr lIns="288000" tIns="216000" rIns="288000" bIns="216000"/>
          <a:lstStyle>
            <a:lvl2pPr marL="108000" indent="-108000">
              <a:spcAft>
                <a:spcPts val="1600"/>
              </a:spcAft>
              <a:buFont typeface="Arial" panose="020B0604020202020204" pitchFamily="34" charset="0"/>
              <a:buChar char="•"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4075B33-7825-4C60-862C-61A603CFC7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7825" y="1925638"/>
            <a:ext cx="2754313" cy="694800"/>
          </a:xfrm>
          <a:solidFill>
            <a:schemeClr val="accent1"/>
          </a:solidFill>
        </p:spPr>
        <p:txBody>
          <a:bodyPr lIns="288000" rIns="288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E2CDC91-E304-418C-A9D7-28AC6287D3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71629" y="1925638"/>
            <a:ext cx="2754313" cy="694800"/>
          </a:xfrm>
          <a:solidFill>
            <a:schemeClr val="accent1"/>
          </a:solidFill>
        </p:spPr>
        <p:txBody>
          <a:bodyPr lIns="288000" rIns="288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E66F7D4-5CDC-4402-A280-84C231E68B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5433" y="1925638"/>
            <a:ext cx="2754313" cy="694800"/>
          </a:xfrm>
          <a:solidFill>
            <a:schemeClr val="accent1"/>
          </a:solidFill>
        </p:spPr>
        <p:txBody>
          <a:bodyPr lIns="288000" rIns="288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C7CB55E-AF72-47A4-A35E-3697A3A877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59237" y="1925638"/>
            <a:ext cx="2754313" cy="694800"/>
          </a:xfrm>
          <a:solidFill>
            <a:schemeClr val="accent1"/>
          </a:solidFill>
        </p:spPr>
        <p:txBody>
          <a:bodyPr lIns="288000" rIns="288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76966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Ti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80BA-CC8A-4013-9EA0-65BE6D1C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5952D-165E-4422-B6F7-2DAF9380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8CF89-19F1-4619-8CFD-01598536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262D2-A268-4FAE-B4EE-0E28085A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A7D77E-10EA-40B5-8684-ECAAEB1099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7825" y="1925637"/>
            <a:ext cx="5488744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B90707-AB72-4BDF-AD03-5CEFF13586D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925638"/>
            <a:ext cx="0" cy="4456112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EA5DCD-04DC-4410-9C6C-9AFCE3FEC069}"/>
              </a:ext>
            </a:extLst>
          </p:cNvPr>
          <p:cNvCxnSpPr>
            <a:cxnSpLocks/>
          </p:cNvCxnSpPr>
          <p:nvPr userDrawn="1"/>
        </p:nvCxnSpPr>
        <p:spPr>
          <a:xfrm>
            <a:off x="6325431" y="4153694"/>
            <a:ext cx="5490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8F22CA-E663-4B76-9B81-CB354FFB6727}"/>
              </a:ext>
            </a:extLst>
          </p:cNvPr>
          <p:cNvCxnSpPr>
            <a:cxnSpLocks/>
          </p:cNvCxnSpPr>
          <p:nvPr userDrawn="1"/>
        </p:nvCxnSpPr>
        <p:spPr>
          <a:xfrm>
            <a:off x="377824" y="4153694"/>
            <a:ext cx="5490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E28A2BE-C86F-4838-BC49-91E5E5418E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7825" y="4381945"/>
            <a:ext cx="5488744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D42EF75-B0F1-4A74-B0FB-F2AF125C26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4177" y="1925638"/>
            <a:ext cx="5488744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E0D7A43-F952-4A55-9F18-63C5215522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4177" y="4381946"/>
            <a:ext cx="5488744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480696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Tiled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80BA-CC8A-4013-9EA0-65BE6D1C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5952D-165E-4422-B6F7-2DAF9380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8CF89-19F1-4619-8CFD-01598536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262D2-A268-4FAE-B4EE-0E28085A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A7D77E-10EA-40B5-8684-ECAAEB1099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9127" y="1925637"/>
            <a:ext cx="5107442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E28A2BE-C86F-4838-BC49-91E5E5418E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9127" y="4381945"/>
            <a:ext cx="5107442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D42EF75-B0F1-4A74-B0FB-F2AF125C26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05479" y="1925638"/>
            <a:ext cx="5107442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E0D7A43-F952-4A55-9F18-63C5215522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05479" y="4381946"/>
            <a:ext cx="5107442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8574B2E4-A6F8-41FA-8F1F-ECC21521DE3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77826" y="1925638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 dirty="0"/>
              <a:t>0.</a:t>
            </a:r>
            <a:endParaRPr lang="en-GB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EF4EAA21-6775-4363-955A-9F4F38C86AA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24179" y="1925638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 dirty="0"/>
              <a:t>0.</a:t>
            </a:r>
            <a:endParaRPr lang="en-GB" dirty="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1FCF0DB0-8AF6-4AF8-9F54-BB3F00A84188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7826" y="4381945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 dirty="0"/>
              <a:t>0.</a:t>
            </a:r>
            <a:endParaRPr lang="en-GB" dirty="0"/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BEBAAB19-15C5-44ED-923E-1ADCA4C004F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24179" y="4381944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 dirty="0"/>
              <a:t>0.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6769522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3981600"/>
            <a:ext cx="3607594" cy="2400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2203" y="3981600"/>
            <a:ext cx="3607594" cy="2400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6581" y="3981600"/>
            <a:ext cx="3607594" cy="2400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EA4881-2F50-4460-9F83-A86DF033A1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825" y="1934308"/>
            <a:ext cx="11436350" cy="1730437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defRPr sz="6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86805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5200" y="1925638"/>
            <a:ext cx="4588975" cy="35377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F55C70-09CB-44D7-B3B4-B2ED40D94E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825" y="1925638"/>
            <a:ext cx="5718175" cy="353774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7354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2439194"/>
            <a:ext cx="4246200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F55C70-09CB-44D7-B3B4-B2ED40D94E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2175" y="2439194"/>
            <a:ext cx="5562000" cy="302418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2367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Image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5200" y="1925637"/>
            <a:ext cx="4588975" cy="360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F55C70-09CB-44D7-B3B4-B2ED40D94E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825" y="1925638"/>
            <a:ext cx="3607200" cy="1981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73D2010-09BB-46C7-9406-54716849AF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5419" y="3907438"/>
            <a:ext cx="2260800" cy="1620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7952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Image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1925637"/>
            <a:ext cx="4588975" cy="360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F55C70-09CB-44D7-B3B4-B2ED40D94E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5788" y="1925638"/>
            <a:ext cx="3607200" cy="1981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73D2010-09BB-46C7-9406-54716849AF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44988" y="3907438"/>
            <a:ext cx="2260800" cy="1620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4088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llout/Quot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AEE9-0A7F-4479-B507-8B8082AFB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1227932"/>
            <a:ext cx="7839930" cy="4265503"/>
          </a:xfrm>
        </p:spPr>
        <p:txBody>
          <a:bodyPr anchor="t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A2D68-35A0-4566-A489-A0DCE0C90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03DFB-39D8-48D7-A3E4-B542813D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22642-328A-4E13-BB21-565845D7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0C76EF-120D-4880-B0DB-1892D5A289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807" y="6477266"/>
            <a:ext cx="495458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13591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9468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4590000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37987-1AD3-4039-8514-9AA51B6AE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4FE8-85DD-4774-B156-40911633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ED9EA-C0CB-423E-8DFD-5E715DE608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EA2365-7F27-4F13-86C9-272DA87DB9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5620" y="6477467"/>
            <a:ext cx="49499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99084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8725"/>
            <a:ext cx="9468000" cy="2151675"/>
          </a:xfrm>
        </p:spPr>
        <p:txBody>
          <a:bodyPr anchor="b"/>
          <a:lstStyle>
            <a:lvl1pPr>
              <a:defRPr sz="5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4590000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3989A-470D-4F86-A2CA-04215DCCB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33C79-2FC5-49E8-8C90-CC225D4F9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714B-66A6-4215-944E-86DD4151B4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CCC9D8-FA25-4C21-9634-59FC6710B3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807" y="6477467"/>
            <a:ext cx="495458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41039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378816"/>
            <a:ext cx="9468000" cy="3214286"/>
          </a:xfrm>
        </p:spPr>
        <p:txBody>
          <a:bodyPr anchor="ctr"/>
          <a:lstStyle>
            <a:lvl1pPr>
              <a:defRPr sz="5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CB2F867-80D5-4072-B066-D1FABDA98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chemeClr val="bg2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75C83-E75A-4761-ABDB-78F33525E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F4E22-A15E-451C-BD46-064AFF4BC0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CBD605-49C0-493C-8910-6CF531540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807" y="6477266"/>
            <a:ext cx="495458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73407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4590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F22C6B2-3601-40B5-A63A-084FE28E5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1" cy="6381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0B42C7-DCFF-4F4E-A97A-71EE05490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5D11F-FD96-47DA-A915-74520DF810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4C3B1-C6F3-47F5-BA77-FFE7372DA88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391D1E-14BD-4AA7-9790-C14562D5AE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5620" y="6477467"/>
            <a:ext cx="49499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42211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4590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F22C6B2-3601-40B5-A63A-084FE28E5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52000" y="0"/>
            <a:ext cx="4140000" cy="438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BD02FF6-E8C6-4907-A5E5-4B6BC63271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4384800"/>
            <a:ext cx="1956000" cy="19969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699D0098-87B4-4DED-9DA5-AD58D81E0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5E86F-6198-45AB-BCDD-FC6699753BC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BF005-0053-4482-9A86-685DBCA590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AEF99D-159D-4AC6-941A-3F27AC1F33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5620" y="6477467"/>
            <a:ext cx="49499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91204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4590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F22C6B2-3601-40B5-A63A-084FE28E5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35000" y="-1"/>
            <a:ext cx="4140000" cy="359512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BD02FF6-E8C6-4907-A5E5-4B6BC63271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275000" y="3595125"/>
            <a:ext cx="1917000" cy="170587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E1798D99-AE73-44D3-BA8B-DA609105C4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30400" y="5301000"/>
            <a:ext cx="1344600" cy="1080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71E62B2-11ED-4F53-987A-D7C7F8C57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744A4-A844-44EE-8999-4199B276EDC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4500E-998D-49D0-800E-1C1C50531D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2D8FD1-C997-4810-B42B-9D9B66B716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5620" y="6477467"/>
            <a:ext cx="49499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12127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4590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73E7B15-B6FE-4A26-B618-7F1B832EE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chemeClr val="bg2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32525-AB43-49B8-8347-B08BBD12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EFF27-0AA0-4416-981F-E6A4670CC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CA2936-3FFE-42E7-BF38-9FBD1411A3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5620" y="6477467"/>
            <a:ext cx="49499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58863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nk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8725"/>
            <a:ext cx="4590000" cy="2151675"/>
          </a:xfrm>
        </p:spPr>
        <p:txBody>
          <a:bodyPr anchor="b"/>
          <a:lstStyle>
            <a:lvl1pPr>
              <a:defRPr sz="5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CA5D602-19E5-4AD7-A798-9ABA97C87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chemeClr val="bg2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A2A05-C8DE-4BB6-A2EE-0A5AA8C5D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3DA65-402A-4130-BFAD-85ADF5B74F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1EB13F-1B3F-42D4-B369-36967C6DF6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807" y="6477467"/>
            <a:ext cx="495458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187172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4FD4B-0143-44B2-AF27-F38BEA0C9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BFDAD9-6320-48A9-B45C-F84E2C98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55E69-8D16-4484-9996-C9113A317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07556-384E-4545-9AB5-A0F93C78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D95A2FD-1DC7-4D29-86A8-51D546E3A2C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3364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37F4A05-B3B3-429B-B6AF-4AAC8FF0B59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52704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7E5C1B1-79BD-4C2B-8DF6-AAAFDC31D4EA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2044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3A1C0D48-6745-44FE-81AC-9E3EB1E2DECC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23364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62FA97E8-4519-4739-B895-55612F78257D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52704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B5432D3A-C3C9-4B63-96CD-241A721F138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2044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1A0F457-BA31-458F-B36F-869F673ADA6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3364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5C675381-77C0-419D-99B9-16471F4F9AE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704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33EE2B0-3C6A-4F7E-BD70-00D5834A151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4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CE95CF4-5CBF-4291-A2EE-D5DE9E6B9DF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36400" y="571418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5D1BABBE-6978-4D02-8163-974D5CE637C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270400" y="571418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6638213F-5B32-4E08-8CF4-7C45D4AFBD8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204400" y="571418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4544144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n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4FD4B-0143-44B2-AF27-F38BEA0C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377825"/>
            <a:ext cx="11436350" cy="8501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BFDAD9-6320-48A9-B45C-F84E2C98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55E69-8D16-4484-9996-C9113A317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07556-384E-4545-9AB5-A0F93C78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D95A2FD-1DC7-4D29-86A8-51D546E3A2C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3590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37F4A05-B3B3-429B-B6AF-4AAC8FF0B59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33147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7E5C1B1-79BD-4C2B-8DF6-AAAFDC31D4EA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52704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1A0F457-BA31-458F-B36F-869F673ADA6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590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5C675381-77C0-419D-99B9-16471F4F9AE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147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33EE2B0-3C6A-4F7E-BD70-00D5834A151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704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F0F2B2CB-3337-458C-8742-CD64EDBB5A7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72261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06226EB7-DC79-4415-9F31-120925FC7DB0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91818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8BD9D58A-9730-4689-82FF-3880AD4EB55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2261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4FA9470-3E08-4A55-BB56-6A291847C13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818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74F72C97-0B91-4D13-BC93-502C0DDA63D5}"/>
              </a:ext>
            </a:extLst>
          </p:cNvPr>
          <p:cNvSpPr>
            <a:spLocks noGrp="1" noChangeAspect="1"/>
          </p:cNvSpPr>
          <p:nvPr>
            <p:ph type="pic" sz="quarter" idx="30"/>
          </p:nvPr>
        </p:nvSpPr>
        <p:spPr>
          <a:xfrm>
            <a:off x="13590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CA834CB8-8309-40CC-85CB-E847DDFEAA88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33147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A434F088-0196-49C1-B53B-EC3AFBDEA6FB}"/>
              </a:ext>
            </a:extLst>
          </p:cNvPr>
          <p:cNvSpPr>
            <a:spLocks noGrp="1" noChangeAspect="1"/>
          </p:cNvSpPr>
          <p:nvPr>
            <p:ph type="pic" sz="quarter" idx="32"/>
          </p:nvPr>
        </p:nvSpPr>
        <p:spPr>
          <a:xfrm>
            <a:off x="52704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AFE4E092-B0F3-402B-9C53-055B7286B5B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590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D0EEFE8D-FB7E-4184-B179-6802E6985B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3147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13E886F9-8EBE-418C-A9C2-637AD066021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2704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4E3663E3-789A-40E1-BABF-D31E612525FE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72261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36EF7152-E16E-465A-A125-AF45D3A0E37A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91818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01E7611-82DD-4924-934D-F8701B5CD98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2261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5E1CA1F3-9B65-483E-B0E7-D4BB7ACD4F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1818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0638520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3E1F-B93C-43BE-95FC-0E6BE53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5004001"/>
            <a:ext cx="3600000" cy="13777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10F0D-A983-4160-86AD-209E0D3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525F3-B2B6-4542-956B-C67A77F1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82B12-C03F-4C3B-A37D-2ABAB8B6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16427B-9B77-48C4-9A8F-FDA993BCA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96000" y="5004000"/>
            <a:ext cx="3600000" cy="1377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ED3EE21-B105-4761-ACD1-C5BEE2805BD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14175" y="5004000"/>
            <a:ext cx="3600000" cy="1377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7F3E19A-DFC7-42BB-8D77-9CC547ED65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1814175" cy="45972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49081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with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1B9233A-DF33-49E3-8950-75A72BB6ABA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77600" y="4597200"/>
            <a:ext cx="3314400" cy="2260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C3E1F-B93C-43BE-95FC-0E6BE53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5004000"/>
            <a:ext cx="3600000" cy="137849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16427B-9B77-48C4-9A8F-FDA993BCA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96000" y="5004000"/>
            <a:ext cx="3600000" cy="1377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7F3E19A-DFC7-42BB-8D77-9CC547ED65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8877600" cy="45972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CF7A6AE-FA80-4C09-887C-D512261AA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3629055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with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7F3E19A-DFC7-42BB-8D77-9CC547ED65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5419" y="0"/>
            <a:ext cx="7200000" cy="6381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C3E1F-B93C-43BE-95FC-0E6BE53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7754" y="1387799"/>
            <a:ext cx="3596421" cy="12204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10F0D-A983-4160-86AD-209E0D3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525F3-B2B6-4542-956B-C67A77F1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82B12-C03F-4C3B-A37D-2ABAB8B6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16427B-9B77-48C4-9A8F-FDA993BCA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17754" y="2778919"/>
            <a:ext cx="3600000" cy="3602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5E08F6-1108-416C-872B-FBC6BDD7D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5620" y="6477467"/>
            <a:ext cx="49499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93047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with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7F3E19A-DFC7-42BB-8D77-9CC547ED65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17754" y="0"/>
            <a:ext cx="7200000" cy="6381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C3E1F-B93C-43BE-95FC-0E6BE53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1387800"/>
            <a:ext cx="3596421" cy="122175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10F0D-A983-4160-86AD-209E0D3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525F3-B2B6-4542-956B-C67A77F1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82B12-C03F-4C3B-A37D-2ABAB8B6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16427B-9B77-48C4-9A8F-FDA993BCA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000" y="2778919"/>
            <a:ext cx="3600000" cy="3602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7B4638-383A-415E-A269-E79B341C6C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5620" y="6477467"/>
            <a:ext cx="49499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510030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Image and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30EF0-1BA1-49CF-B35E-118E146B5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08C3D-9B0C-4E74-9AB5-9E79B4458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ACBD4-335A-44B8-985A-019168B9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29767D4-6CBA-4EAD-AEB1-73F0D103F5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472" y="-3332"/>
            <a:ext cx="12192632" cy="6861331"/>
          </a:xfrm>
          <a:custGeom>
            <a:avLst/>
            <a:gdLst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0" fmla="*/ 0 w 9144000"/>
              <a:gd name="connsiteY0" fmla="*/ 4334 h 6862334"/>
              <a:gd name="connsiteX1" fmla="*/ 3826612 w 9144000"/>
              <a:gd name="connsiteY1" fmla="*/ 0 h 6862334"/>
              <a:gd name="connsiteX2" fmla="*/ 9144000 w 9144000"/>
              <a:gd name="connsiteY2" fmla="*/ 4334 h 6862334"/>
              <a:gd name="connsiteX3" fmla="*/ 9144000 w 9144000"/>
              <a:gd name="connsiteY3" fmla="*/ 6862334 h 6862334"/>
              <a:gd name="connsiteX4" fmla="*/ 0 w 9144000"/>
              <a:gd name="connsiteY4" fmla="*/ 6862334 h 6862334"/>
              <a:gd name="connsiteX5" fmla="*/ 0 w 9144000"/>
              <a:gd name="connsiteY5" fmla="*/ 4334 h 6862334"/>
              <a:gd name="connsiteX0" fmla="*/ 4334 w 9148334"/>
              <a:gd name="connsiteY0" fmla="*/ 4334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4334 w 9148334"/>
              <a:gd name="connsiteY6" fmla="*/ 4334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4700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4700 h 6862334"/>
              <a:gd name="connsiteX0" fmla="*/ 3822752 w 9144474"/>
              <a:gd name="connsiteY0" fmla="*/ 3744700 h 6862334"/>
              <a:gd name="connsiteX1" fmla="*/ 3827086 w 9144474"/>
              <a:gd name="connsiteY1" fmla="*/ 0 h 6862334"/>
              <a:gd name="connsiteX2" fmla="*/ 9144474 w 9144474"/>
              <a:gd name="connsiteY2" fmla="*/ 4334 h 6862334"/>
              <a:gd name="connsiteX3" fmla="*/ 9144474 w 9144474"/>
              <a:gd name="connsiteY3" fmla="*/ 6862334 h 6862334"/>
              <a:gd name="connsiteX4" fmla="*/ 474 w 9144474"/>
              <a:gd name="connsiteY4" fmla="*/ 6862334 h 6862334"/>
              <a:gd name="connsiteX5" fmla="*/ 48 w 9144474"/>
              <a:gd name="connsiteY5" fmla="*/ 3744273 h 6862334"/>
              <a:gd name="connsiteX6" fmla="*/ 3822752 w 9144474"/>
              <a:gd name="connsiteY6" fmla="*/ 3744700 h 6862334"/>
              <a:gd name="connsiteX0" fmla="*/ 3818844 w 9144474"/>
              <a:gd name="connsiteY0" fmla="*/ 3744700 h 6862334"/>
              <a:gd name="connsiteX1" fmla="*/ 3827086 w 9144474"/>
              <a:gd name="connsiteY1" fmla="*/ 0 h 6862334"/>
              <a:gd name="connsiteX2" fmla="*/ 9144474 w 9144474"/>
              <a:gd name="connsiteY2" fmla="*/ 4334 h 6862334"/>
              <a:gd name="connsiteX3" fmla="*/ 9144474 w 9144474"/>
              <a:gd name="connsiteY3" fmla="*/ 6862334 h 6862334"/>
              <a:gd name="connsiteX4" fmla="*/ 474 w 9144474"/>
              <a:gd name="connsiteY4" fmla="*/ 6862334 h 6862334"/>
              <a:gd name="connsiteX5" fmla="*/ 48 w 9144474"/>
              <a:gd name="connsiteY5" fmla="*/ 3744273 h 6862334"/>
              <a:gd name="connsiteX6" fmla="*/ 3818844 w 9144474"/>
              <a:gd name="connsiteY6" fmla="*/ 3744700 h 6862334"/>
              <a:gd name="connsiteX0" fmla="*/ 3818844 w 9144474"/>
              <a:gd name="connsiteY0" fmla="*/ 3740792 h 6858426"/>
              <a:gd name="connsiteX1" fmla="*/ 3819270 w 9144474"/>
              <a:gd name="connsiteY1" fmla="*/ 0 h 6858426"/>
              <a:gd name="connsiteX2" fmla="*/ 9144474 w 9144474"/>
              <a:gd name="connsiteY2" fmla="*/ 426 h 6858426"/>
              <a:gd name="connsiteX3" fmla="*/ 9144474 w 9144474"/>
              <a:gd name="connsiteY3" fmla="*/ 6858426 h 6858426"/>
              <a:gd name="connsiteX4" fmla="*/ 474 w 9144474"/>
              <a:gd name="connsiteY4" fmla="*/ 6858426 h 6858426"/>
              <a:gd name="connsiteX5" fmla="*/ 48 w 9144474"/>
              <a:gd name="connsiteY5" fmla="*/ 3740365 h 6858426"/>
              <a:gd name="connsiteX6" fmla="*/ 3818844 w 9144474"/>
              <a:gd name="connsiteY6" fmla="*/ 3740792 h 6858426"/>
              <a:gd name="connsiteX0" fmla="*/ 3818844 w 12163899"/>
              <a:gd name="connsiteY0" fmla="*/ 3740792 h 6858426"/>
              <a:gd name="connsiteX1" fmla="*/ 3819270 w 12163899"/>
              <a:gd name="connsiteY1" fmla="*/ 0 h 6858426"/>
              <a:gd name="connsiteX2" fmla="*/ 12163899 w 12163899"/>
              <a:gd name="connsiteY2" fmla="*/ 426 h 6858426"/>
              <a:gd name="connsiteX3" fmla="*/ 9144474 w 12163899"/>
              <a:gd name="connsiteY3" fmla="*/ 6858426 h 6858426"/>
              <a:gd name="connsiteX4" fmla="*/ 474 w 12163899"/>
              <a:gd name="connsiteY4" fmla="*/ 6858426 h 6858426"/>
              <a:gd name="connsiteX5" fmla="*/ 48 w 12163899"/>
              <a:gd name="connsiteY5" fmla="*/ 3740365 h 6858426"/>
              <a:gd name="connsiteX6" fmla="*/ 3818844 w 12163899"/>
              <a:gd name="connsiteY6" fmla="*/ 3740792 h 6858426"/>
              <a:gd name="connsiteX0" fmla="*/ 3818844 w 12192474"/>
              <a:gd name="connsiteY0" fmla="*/ 3740792 h 6858426"/>
              <a:gd name="connsiteX1" fmla="*/ 3819270 w 12192474"/>
              <a:gd name="connsiteY1" fmla="*/ 0 h 6858426"/>
              <a:gd name="connsiteX2" fmla="*/ 12163899 w 12192474"/>
              <a:gd name="connsiteY2" fmla="*/ 426 h 6858426"/>
              <a:gd name="connsiteX3" fmla="*/ 12192474 w 12192474"/>
              <a:gd name="connsiteY3" fmla="*/ 6858426 h 6858426"/>
              <a:gd name="connsiteX4" fmla="*/ 474 w 12192474"/>
              <a:gd name="connsiteY4" fmla="*/ 6858426 h 6858426"/>
              <a:gd name="connsiteX5" fmla="*/ 48 w 12192474"/>
              <a:gd name="connsiteY5" fmla="*/ 3740365 h 6858426"/>
              <a:gd name="connsiteX6" fmla="*/ 3818844 w 12192474"/>
              <a:gd name="connsiteY6" fmla="*/ 3740792 h 6858426"/>
              <a:gd name="connsiteX0" fmla="*/ 3818844 w 12193696"/>
              <a:gd name="connsiteY0" fmla="*/ 3740792 h 6858426"/>
              <a:gd name="connsiteX1" fmla="*/ 3819270 w 12193696"/>
              <a:gd name="connsiteY1" fmla="*/ 0 h 6858426"/>
              <a:gd name="connsiteX2" fmla="*/ 12193696 w 12193696"/>
              <a:gd name="connsiteY2" fmla="*/ 426 h 6858426"/>
              <a:gd name="connsiteX3" fmla="*/ 12192474 w 12193696"/>
              <a:gd name="connsiteY3" fmla="*/ 6858426 h 6858426"/>
              <a:gd name="connsiteX4" fmla="*/ 474 w 12193696"/>
              <a:gd name="connsiteY4" fmla="*/ 6858426 h 6858426"/>
              <a:gd name="connsiteX5" fmla="*/ 48 w 12193696"/>
              <a:gd name="connsiteY5" fmla="*/ 3740365 h 6858426"/>
              <a:gd name="connsiteX6" fmla="*/ 3818844 w 12193696"/>
              <a:gd name="connsiteY6" fmla="*/ 3740792 h 6858426"/>
              <a:gd name="connsiteX0" fmla="*/ 3818844 w 12193696"/>
              <a:gd name="connsiteY0" fmla="*/ 3740792 h 6858426"/>
              <a:gd name="connsiteX1" fmla="*/ 3819270 w 12193696"/>
              <a:gd name="connsiteY1" fmla="*/ 0 h 6858426"/>
              <a:gd name="connsiteX2" fmla="*/ 12193696 w 12193696"/>
              <a:gd name="connsiteY2" fmla="*/ 426 h 6858426"/>
              <a:gd name="connsiteX3" fmla="*/ 12192474 w 12193696"/>
              <a:gd name="connsiteY3" fmla="*/ 6858426 h 6858426"/>
              <a:gd name="connsiteX4" fmla="*/ 474 w 12193696"/>
              <a:gd name="connsiteY4" fmla="*/ 6858426 h 6858426"/>
              <a:gd name="connsiteX5" fmla="*/ 48 w 12193696"/>
              <a:gd name="connsiteY5" fmla="*/ 3740365 h 6858426"/>
              <a:gd name="connsiteX6" fmla="*/ 3818844 w 12193696"/>
              <a:gd name="connsiteY6" fmla="*/ 3740792 h 6858426"/>
              <a:gd name="connsiteX0" fmla="*/ 3818844 w 12192508"/>
              <a:gd name="connsiteY0" fmla="*/ 3740792 h 6858426"/>
              <a:gd name="connsiteX1" fmla="*/ 3819270 w 12192508"/>
              <a:gd name="connsiteY1" fmla="*/ 0 h 6858426"/>
              <a:gd name="connsiteX2" fmla="*/ 12189971 w 12192508"/>
              <a:gd name="connsiteY2" fmla="*/ 426 h 6858426"/>
              <a:gd name="connsiteX3" fmla="*/ 12192474 w 12192508"/>
              <a:gd name="connsiteY3" fmla="*/ 6858426 h 6858426"/>
              <a:gd name="connsiteX4" fmla="*/ 474 w 12192508"/>
              <a:gd name="connsiteY4" fmla="*/ 6858426 h 6858426"/>
              <a:gd name="connsiteX5" fmla="*/ 48 w 12192508"/>
              <a:gd name="connsiteY5" fmla="*/ 3740365 h 6858426"/>
              <a:gd name="connsiteX6" fmla="*/ 3818844 w 12192508"/>
              <a:gd name="connsiteY6" fmla="*/ 3740792 h 6858426"/>
              <a:gd name="connsiteX0" fmla="*/ 3818844 w 12192633"/>
              <a:gd name="connsiteY0" fmla="*/ 3740792 h 6858426"/>
              <a:gd name="connsiteX1" fmla="*/ 3819270 w 12192633"/>
              <a:gd name="connsiteY1" fmla="*/ 0 h 6858426"/>
              <a:gd name="connsiteX2" fmla="*/ 12192633 w 12192633"/>
              <a:gd name="connsiteY2" fmla="*/ 426 h 6858426"/>
              <a:gd name="connsiteX3" fmla="*/ 12192474 w 12192633"/>
              <a:gd name="connsiteY3" fmla="*/ 6858426 h 6858426"/>
              <a:gd name="connsiteX4" fmla="*/ 474 w 12192633"/>
              <a:gd name="connsiteY4" fmla="*/ 6858426 h 6858426"/>
              <a:gd name="connsiteX5" fmla="*/ 48 w 12192633"/>
              <a:gd name="connsiteY5" fmla="*/ 3740365 h 6858426"/>
              <a:gd name="connsiteX6" fmla="*/ 3818844 w 12192633"/>
              <a:gd name="connsiteY6" fmla="*/ 3740792 h 6858426"/>
              <a:gd name="connsiteX0" fmla="*/ 3818844 w 12192633"/>
              <a:gd name="connsiteY0" fmla="*/ 3740792 h 6858426"/>
              <a:gd name="connsiteX1" fmla="*/ 4590795 w 12192633"/>
              <a:gd name="connsiteY1" fmla="*/ 0 h 6858426"/>
              <a:gd name="connsiteX2" fmla="*/ 12192633 w 12192633"/>
              <a:gd name="connsiteY2" fmla="*/ 426 h 6858426"/>
              <a:gd name="connsiteX3" fmla="*/ 12192474 w 12192633"/>
              <a:gd name="connsiteY3" fmla="*/ 6858426 h 6858426"/>
              <a:gd name="connsiteX4" fmla="*/ 474 w 12192633"/>
              <a:gd name="connsiteY4" fmla="*/ 6858426 h 6858426"/>
              <a:gd name="connsiteX5" fmla="*/ 48 w 12192633"/>
              <a:gd name="connsiteY5" fmla="*/ 3740365 h 6858426"/>
              <a:gd name="connsiteX6" fmla="*/ 3818844 w 12192633"/>
              <a:gd name="connsiteY6" fmla="*/ 3740792 h 6858426"/>
              <a:gd name="connsiteX0" fmla="*/ 3818844 w 12192633"/>
              <a:gd name="connsiteY0" fmla="*/ 3740366 h 6858000"/>
              <a:gd name="connsiteX1" fmla="*/ 4590795 w 12192633"/>
              <a:gd name="connsiteY1" fmla="*/ 9099 h 6858000"/>
              <a:gd name="connsiteX2" fmla="*/ 12192633 w 12192633"/>
              <a:gd name="connsiteY2" fmla="*/ 0 h 6858000"/>
              <a:gd name="connsiteX3" fmla="*/ 12192474 w 12192633"/>
              <a:gd name="connsiteY3" fmla="*/ 6858000 h 6858000"/>
              <a:gd name="connsiteX4" fmla="*/ 474 w 12192633"/>
              <a:gd name="connsiteY4" fmla="*/ 6858000 h 6858000"/>
              <a:gd name="connsiteX5" fmla="*/ 48 w 12192633"/>
              <a:gd name="connsiteY5" fmla="*/ 3739939 h 6858000"/>
              <a:gd name="connsiteX6" fmla="*/ 3818844 w 12192633"/>
              <a:gd name="connsiteY6" fmla="*/ 3740366 h 6858000"/>
              <a:gd name="connsiteX0" fmla="*/ 3818844 w 12192633"/>
              <a:gd name="connsiteY0" fmla="*/ 3740792 h 6858426"/>
              <a:gd name="connsiteX1" fmla="*/ 4590795 w 12192633"/>
              <a:gd name="connsiteY1" fmla="*/ 0 h 6858426"/>
              <a:gd name="connsiteX2" fmla="*/ 12192633 w 12192633"/>
              <a:gd name="connsiteY2" fmla="*/ 426 h 6858426"/>
              <a:gd name="connsiteX3" fmla="*/ 12192474 w 12192633"/>
              <a:gd name="connsiteY3" fmla="*/ 6858426 h 6858426"/>
              <a:gd name="connsiteX4" fmla="*/ 474 w 12192633"/>
              <a:gd name="connsiteY4" fmla="*/ 6858426 h 6858426"/>
              <a:gd name="connsiteX5" fmla="*/ 48 w 12192633"/>
              <a:gd name="connsiteY5" fmla="*/ 3740365 h 6858426"/>
              <a:gd name="connsiteX6" fmla="*/ 3818844 w 12192633"/>
              <a:gd name="connsiteY6" fmla="*/ 3740792 h 6858426"/>
              <a:gd name="connsiteX0" fmla="*/ 4590369 w 12192633"/>
              <a:gd name="connsiteY0" fmla="*/ 4026542 h 6858426"/>
              <a:gd name="connsiteX1" fmla="*/ 4590795 w 12192633"/>
              <a:gd name="connsiteY1" fmla="*/ 0 h 6858426"/>
              <a:gd name="connsiteX2" fmla="*/ 12192633 w 12192633"/>
              <a:gd name="connsiteY2" fmla="*/ 426 h 6858426"/>
              <a:gd name="connsiteX3" fmla="*/ 12192474 w 12192633"/>
              <a:gd name="connsiteY3" fmla="*/ 6858426 h 6858426"/>
              <a:gd name="connsiteX4" fmla="*/ 474 w 12192633"/>
              <a:gd name="connsiteY4" fmla="*/ 6858426 h 6858426"/>
              <a:gd name="connsiteX5" fmla="*/ 48 w 12192633"/>
              <a:gd name="connsiteY5" fmla="*/ 3740365 h 6858426"/>
              <a:gd name="connsiteX6" fmla="*/ 4590369 w 12192633"/>
              <a:gd name="connsiteY6" fmla="*/ 4026542 h 6858426"/>
              <a:gd name="connsiteX0" fmla="*/ 4590017 w 12192281"/>
              <a:gd name="connsiteY0" fmla="*/ 4026542 h 6858426"/>
              <a:gd name="connsiteX1" fmla="*/ 4590443 w 12192281"/>
              <a:gd name="connsiteY1" fmla="*/ 0 h 6858426"/>
              <a:gd name="connsiteX2" fmla="*/ 12192281 w 12192281"/>
              <a:gd name="connsiteY2" fmla="*/ 426 h 6858426"/>
              <a:gd name="connsiteX3" fmla="*/ 12192122 w 12192281"/>
              <a:gd name="connsiteY3" fmla="*/ 6858426 h 6858426"/>
              <a:gd name="connsiteX4" fmla="*/ 122 w 12192281"/>
              <a:gd name="connsiteY4" fmla="*/ 6858426 h 6858426"/>
              <a:gd name="connsiteX5" fmla="*/ 9221 w 12192281"/>
              <a:gd name="connsiteY5" fmla="*/ 4054690 h 6858426"/>
              <a:gd name="connsiteX6" fmla="*/ 4590017 w 12192281"/>
              <a:gd name="connsiteY6" fmla="*/ 4026542 h 6858426"/>
              <a:gd name="connsiteX0" fmla="*/ 4590368 w 12192632"/>
              <a:gd name="connsiteY0" fmla="*/ 4026542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26542 h 6858426"/>
              <a:gd name="connsiteX0" fmla="*/ 4590368 w 12192632"/>
              <a:gd name="connsiteY0" fmla="*/ 4036067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36067 h 6858426"/>
              <a:gd name="connsiteX0" fmla="*/ 4590368 w 12192632"/>
              <a:gd name="connsiteY0" fmla="*/ 4045592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45592 h 6858426"/>
              <a:gd name="connsiteX0" fmla="*/ 4590368 w 12192632"/>
              <a:gd name="connsiteY0" fmla="*/ 4055117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55117 h 6858426"/>
              <a:gd name="connsiteX0" fmla="*/ 4590368 w 12192632"/>
              <a:gd name="connsiteY0" fmla="*/ 4041793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41793 h 6858426"/>
              <a:gd name="connsiteX0" fmla="*/ 4590368 w 12192632"/>
              <a:gd name="connsiteY0" fmla="*/ 4041793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4696 h 6858426"/>
              <a:gd name="connsiteX6" fmla="*/ 4590368 w 12192632"/>
              <a:gd name="connsiteY6" fmla="*/ 4041793 h 6858426"/>
              <a:gd name="connsiteX0" fmla="*/ 4590368 w 12192632"/>
              <a:gd name="connsiteY0" fmla="*/ 4041793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1365 h 6858426"/>
              <a:gd name="connsiteX6" fmla="*/ 4590368 w 12192632"/>
              <a:gd name="connsiteY6" fmla="*/ 4041793 h 6858426"/>
              <a:gd name="connsiteX0" fmla="*/ 4590368 w 12192632"/>
              <a:gd name="connsiteY0" fmla="*/ 4041793 h 6858426"/>
              <a:gd name="connsiteX1" fmla="*/ 4587462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1365 h 6858426"/>
              <a:gd name="connsiteX6" fmla="*/ 4590368 w 12192632"/>
              <a:gd name="connsiteY6" fmla="*/ 4041793 h 6858426"/>
              <a:gd name="connsiteX0" fmla="*/ 4587036 w 12192632"/>
              <a:gd name="connsiteY0" fmla="*/ 4041793 h 6858426"/>
              <a:gd name="connsiteX1" fmla="*/ 4587462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1365 h 6858426"/>
              <a:gd name="connsiteX6" fmla="*/ 4587036 w 12192632"/>
              <a:gd name="connsiteY6" fmla="*/ 4041793 h 6858426"/>
              <a:gd name="connsiteX0" fmla="*/ 4587036 w 12192632"/>
              <a:gd name="connsiteY0" fmla="*/ 4041793 h 6858426"/>
              <a:gd name="connsiteX1" fmla="*/ 4587462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1365 h 6858426"/>
              <a:gd name="connsiteX6" fmla="*/ 4587036 w 12192632"/>
              <a:gd name="connsiteY6" fmla="*/ 4041793 h 6858426"/>
              <a:gd name="connsiteX0" fmla="*/ 4587036 w 12192632"/>
              <a:gd name="connsiteY0" fmla="*/ 4044698 h 6861331"/>
              <a:gd name="connsiteX1" fmla="*/ 4587462 w 12192632"/>
              <a:gd name="connsiteY1" fmla="*/ 2905 h 6861331"/>
              <a:gd name="connsiteX2" fmla="*/ 12192632 w 12192632"/>
              <a:gd name="connsiteY2" fmla="*/ 0 h 6861331"/>
              <a:gd name="connsiteX3" fmla="*/ 12192473 w 12192632"/>
              <a:gd name="connsiteY3" fmla="*/ 6861331 h 6861331"/>
              <a:gd name="connsiteX4" fmla="*/ 473 w 12192632"/>
              <a:gd name="connsiteY4" fmla="*/ 6861331 h 6861331"/>
              <a:gd name="connsiteX5" fmla="*/ 47 w 12192632"/>
              <a:gd name="connsiteY5" fmla="*/ 4044270 h 6861331"/>
              <a:gd name="connsiteX6" fmla="*/ 4587036 w 12192632"/>
              <a:gd name="connsiteY6" fmla="*/ 4044698 h 6861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632" h="6861331">
                <a:moveTo>
                  <a:pt x="4587036" y="4044698"/>
                </a:moveTo>
                <a:cubicBezTo>
                  <a:pt x="4588481" y="2795162"/>
                  <a:pt x="4586017" y="1252441"/>
                  <a:pt x="4587462" y="2905"/>
                </a:cubicBezTo>
                <a:lnTo>
                  <a:pt x="12192632" y="0"/>
                </a:lnTo>
                <a:cubicBezTo>
                  <a:pt x="12192225" y="2286000"/>
                  <a:pt x="12192880" y="4575331"/>
                  <a:pt x="12192473" y="6861331"/>
                </a:cubicBezTo>
                <a:lnTo>
                  <a:pt x="473" y="6861331"/>
                </a:lnTo>
                <a:cubicBezTo>
                  <a:pt x="-972" y="5821977"/>
                  <a:pt x="1492" y="5083624"/>
                  <a:pt x="47" y="4044270"/>
                </a:cubicBezTo>
                <a:lnTo>
                  <a:pt x="4587036" y="404469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729AA93-4345-4B85-B7AE-A6DE5735D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798" y="377826"/>
            <a:ext cx="3860802" cy="30511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03198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accent4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accent4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E0A01-DDD8-40C4-8091-30F2078FD3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69A2BA-2382-4D49-9DA1-6FF96F878D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" y="377825"/>
            <a:ext cx="1072493" cy="46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9706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4ED25-48F6-4AA3-8101-076C3DE23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270F3F-57A6-49EE-9E1D-8C57146311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" y="377825"/>
            <a:ext cx="1073492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84586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6A8FB-C22C-4816-B876-7FE31AE5B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514F03-71C4-4EC2-AD01-422E1874B8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" y="377825"/>
            <a:ext cx="1073492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30257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E57F7F5-FC77-425E-A2A6-DDD1D50110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57175" y="377825"/>
            <a:ext cx="5157000" cy="3981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BD5DBD-2FA9-4215-9F27-75581AAE1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6A93B3-E055-4858-9A45-84EE75DE5C27}"/>
              </a:ext>
            </a:extLst>
          </p:cNvPr>
          <p:cNvSpPr/>
          <p:nvPr userDrawn="1"/>
        </p:nvSpPr>
        <p:spPr>
          <a:xfrm>
            <a:off x="11814175" y="-175"/>
            <a:ext cx="378000" cy="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986940-F238-4CEB-824D-EFE186421C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" y="377825"/>
            <a:ext cx="1072493" cy="46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32969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4920EE-2A7C-44F3-99E1-0A99C5AA9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E08506-A3AB-4620-AED7-A337EAD091C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" y="377825"/>
            <a:ext cx="1072493" cy="46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63676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797064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3743D-292D-4F8B-8350-511A2793A5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5620" y="6477467"/>
            <a:ext cx="49499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56769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Slide Te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2A1CECD3-0673-4E1E-A33B-5335A5B41E9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438800" y="2678400"/>
            <a:ext cx="3193200" cy="1392590"/>
            <a:chOff x="0" y="904"/>
            <a:chExt cx="5760" cy="2512"/>
          </a:xfrm>
          <a:solidFill>
            <a:schemeClr val="bg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1E85A43-DD04-47C9-96E8-C86F215984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904"/>
              <a:ext cx="2515" cy="2512"/>
            </a:xfrm>
            <a:custGeom>
              <a:avLst/>
              <a:gdLst>
                <a:gd name="T0" fmla="*/ 1290 w 5167"/>
                <a:gd name="T1" fmla="*/ 1290 h 5162"/>
                <a:gd name="T2" fmla="*/ 2583 w 5167"/>
                <a:gd name="T3" fmla="*/ 1 h 5162"/>
                <a:gd name="T4" fmla="*/ 3872 w 5167"/>
                <a:gd name="T5" fmla="*/ 1290 h 5162"/>
                <a:gd name="T6" fmla="*/ 1290 w 5167"/>
                <a:gd name="T7" fmla="*/ 1290 h 5162"/>
                <a:gd name="T8" fmla="*/ 1290 w 5167"/>
                <a:gd name="T9" fmla="*/ 3872 h 5162"/>
                <a:gd name="T10" fmla="*/ 2581 w 5167"/>
                <a:gd name="T11" fmla="*/ 2581 h 5162"/>
                <a:gd name="T12" fmla="*/ 1290 w 5167"/>
                <a:gd name="T13" fmla="*/ 1290 h 5162"/>
                <a:gd name="T14" fmla="*/ 1290 w 5167"/>
                <a:gd name="T15" fmla="*/ 1290 h 5162"/>
                <a:gd name="T16" fmla="*/ 1 w 5167"/>
                <a:gd name="T17" fmla="*/ 2583 h 5162"/>
                <a:gd name="T18" fmla="*/ 1290 w 5167"/>
                <a:gd name="T19" fmla="*/ 3872 h 5162"/>
                <a:gd name="T20" fmla="*/ 1290 w 5167"/>
                <a:gd name="T21" fmla="*/ 3872 h 5162"/>
                <a:gd name="T22" fmla="*/ 2583 w 5167"/>
                <a:gd name="T23" fmla="*/ 5161 h 5162"/>
                <a:gd name="T24" fmla="*/ 3872 w 5167"/>
                <a:gd name="T25" fmla="*/ 3872 h 5162"/>
                <a:gd name="T26" fmla="*/ 1290 w 5167"/>
                <a:gd name="T27" fmla="*/ 3872 h 5162"/>
                <a:gd name="T28" fmla="*/ 2581 w 5167"/>
                <a:gd name="T29" fmla="*/ 2581 h 5162"/>
                <a:gd name="T30" fmla="*/ 3872 w 5167"/>
                <a:gd name="T31" fmla="*/ 3872 h 5162"/>
                <a:gd name="T32" fmla="*/ 3872 w 5167"/>
                <a:gd name="T33" fmla="*/ 3872 h 5162"/>
                <a:gd name="T34" fmla="*/ 5165 w 5167"/>
                <a:gd name="T35" fmla="*/ 2583 h 5162"/>
                <a:gd name="T36" fmla="*/ 3877 w 5167"/>
                <a:gd name="T37" fmla="*/ 1290 h 5162"/>
                <a:gd name="T38" fmla="*/ 3872 w 5167"/>
                <a:gd name="T39" fmla="*/ 1290 h 5162"/>
                <a:gd name="T40" fmla="*/ 2582 w 5167"/>
                <a:gd name="T41" fmla="*/ 2581 h 5162"/>
                <a:gd name="T42" fmla="*/ 2581 w 5167"/>
                <a:gd name="T43" fmla="*/ 2581 h 5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167" h="5162">
                  <a:moveTo>
                    <a:pt x="1290" y="1290"/>
                  </a:moveTo>
                  <a:cubicBezTo>
                    <a:pt x="1291" y="577"/>
                    <a:pt x="1870" y="0"/>
                    <a:pt x="2583" y="1"/>
                  </a:cubicBezTo>
                  <a:cubicBezTo>
                    <a:pt x="3295" y="2"/>
                    <a:pt x="3871" y="579"/>
                    <a:pt x="3872" y="1290"/>
                  </a:cubicBezTo>
                  <a:lnTo>
                    <a:pt x="1290" y="1290"/>
                  </a:lnTo>
                  <a:close/>
                  <a:moveTo>
                    <a:pt x="1290" y="3872"/>
                  </a:moveTo>
                  <a:cubicBezTo>
                    <a:pt x="1290" y="3159"/>
                    <a:pt x="1868" y="2581"/>
                    <a:pt x="2581" y="2581"/>
                  </a:cubicBezTo>
                  <a:cubicBezTo>
                    <a:pt x="1868" y="2581"/>
                    <a:pt x="1290" y="2003"/>
                    <a:pt x="1290" y="1290"/>
                  </a:cubicBezTo>
                  <a:cubicBezTo>
                    <a:pt x="1290" y="1290"/>
                    <a:pt x="1290" y="1290"/>
                    <a:pt x="1290" y="1290"/>
                  </a:cubicBezTo>
                  <a:cubicBezTo>
                    <a:pt x="577" y="1291"/>
                    <a:pt x="0" y="1870"/>
                    <a:pt x="1" y="2583"/>
                  </a:cubicBezTo>
                  <a:cubicBezTo>
                    <a:pt x="3" y="3295"/>
                    <a:pt x="579" y="3871"/>
                    <a:pt x="1290" y="3872"/>
                  </a:cubicBezTo>
                  <a:close/>
                  <a:moveTo>
                    <a:pt x="1290" y="3872"/>
                  </a:moveTo>
                  <a:cubicBezTo>
                    <a:pt x="1291" y="4585"/>
                    <a:pt x="1870" y="5162"/>
                    <a:pt x="2583" y="5161"/>
                  </a:cubicBezTo>
                  <a:cubicBezTo>
                    <a:pt x="3295" y="5160"/>
                    <a:pt x="3871" y="4584"/>
                    <a:pt x="3872" y="3872"/>
                  </a:cubicBezTo>
                  <a:lnTo>
                    <a:pt x="1290" y="3872"/>
                  </a:lnTo>
                  <a:close/>
                  <a:moveTo>
                    <a:pt x="2581" y="2581"/>
                  </a:moveTo>
                  <a:cubicBezTo>
                    <a:pt x="3294" y="2581"/>
                    <a:pt x="3872" y="3159"/>
                    <a:pt x="3872" y="3872"/>
                  </a:cubicBezTo>
                  <a:cubicBezTo>
                    <a:pt x="3872" y="3872"/>
                    <a:pt x="3872" y="3872"/>
                    <a:pt x="3872" y="3872"/>
                  </a:cubicBezTo>
                  <a:cubicBezTo>
                    <a:pt x="4585" y="3873"/>
                    <a:pt x="5164" y="3296"/>
                    <a:pt x="5165" y="2583"/>
                  </a:cubicBezTo>
                  <a:cubicBezTo>
                    <a:pt x="5167" y="1870"/>
                    <a:pt x="4590" y="1291"/>
                    <a:pt x="3877" y="1290"/>
                  </a:cubicBezTo>
                  <a:cubicBezTo>
                    <a:pt x="3875" y="1290"/>
                    <a:pt x="3874" y="1290"/>
                    <a:pt x="3872" y="1290"/>
                  </a:cubicBezTo>
                  <a:cubicBezTo>
                    <a:pt x="3872" y="2003"/>
                    <a:pt x="3295" y="2581"/>
                    <a:pt x="2582" y="2581"/>
                  </a:cubicBezTo>
                  <a:cubicBezTo>
                    <a:pt x="2582" y="2581"/>
                    <a:pt x="2581" y="2581"/>
                    <a:pt x="2581" y="25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A6CF7514-0956-48C2-A3C6-E8DF9C7F8BB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37" y="1676"/>
              <a:ext cx="83" cy="4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080430A4-DC67-4BED-8651-AE5C2D22CF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94" y="1676"/>
              <a:ext cx="331" cy="417"/>
            </a:xfrm>
            <a:custGeom>
              <a:avLst/>
              <a:gdLst>
                <a:gd name="T0" fmla="*/ 0 w 331"/>
                <a:gd name="T1" fmla="*/ 417 h 417"/>
                <a:gd name="T2" fmla="*/ 0 w 331"/>
                <a:gd name="T3" fmla="*/ 0 h 417"/>
                <a:gd name="T4" fmla="*/ 78 w 331"/>
                <a:gd name="T5" fmla="*/ 0 h 417"/>
                <a:gd name="T6" fmla="*/ 249 w 331"/>
                <a:gd name="T7" fmla="*/ 279 h 417"/>
                <a:gd name="T8" fmla="*/ 249 w 331"/>
                <a:gd name="T9" fmla="*/ 0 h 417"/>
                <a:gd name="T10" fmla="*/ 331 w 331"/>
                <a:gd name="T11" fmla="*/ 0 h 417"/>
                <a:gd name="T12" fmla="*/ 331 w 331"/>
                <a:gd name="T13" fmla="*/ 417 h 417"/>
                <a:gd name="T14" fmla="*/ 253 w 331"/>
                <a:gd name="T15" fmla="*/ 417 h 417"/>
                <a:gd name="T16" fmla="*/ 82 w 331"/>
                <a:gd name="T17" fmla="*/ 137 h 417"/>
                <a:gd name="T18" fmla="*/ 82 w 331"/>
                <a:gd name="T19" fmla="*/ 417 h 417"/>
                <a:gd name="T20" fmla="*/ 0 w 331"/>
                <a:gd name="T21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1" h="417">
                  <a:moveTo>
                    <a:pt x="0" y="417"/>
                  </a:moveTo>
                  <a:lnTo>
                    <a:pt x="0" y="0"/>
                  </a:lnTo>
                  <a:lnTo>
                    <a:pt x="78" y="0"/>
                  </a:lnTo>
                  <a:lnTo>
                    <a:pt x="249" y="279"/>
                  </a:lnTo>
                  <a:lnTo>
                    <a:pt x="249" y="0"/>
                  </a:lnTo>
                  <a:lnTo>
                    <a:pt x="331" y="0"/>
                  </a:lnTo>
                  <a:lnTo>
                    <a:pt x="331" y="417"/>
                  </a:lnTo>
                  <a:lnTo>
                    <a:pt x="253" y="417"/>
                  </a:lnTo>
                  <a:lnTo>
                    <a:pt x="82" y="137"/>
                  </a:lnTo>
                  <a:lnTo>
                    <a:pt x="82" y="417"/>
                  </a:lnTo>
                  <a:lnTo>
                    <a:pt x="0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15F940DB-5A8B-4EF2-A081-9960A32B8E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67" y="1676"/>
              <a:ext cx="359" cy="417"/>
            </a:xfrm>
            <a:custGeom>
              <a:avLst/>
              <a:gdLst>
                <a:gd name="T0" fmla="*/ 284 w 737"/>
                <a:gd name="T1" fmla="*/ 857 h 857"/>
                <a:gd name="T2" fmla="*/ 108 w 737"/>
                <a:gd name="T3" fmla="*/ 424 h 857"/>
                <a:gd name="T4" fmla="*/ 0 w 737"/>
                <a:gd name="T5" fmla="*/ 0 h 857"/>
                <a:gd name="T6" fmla="*/ 184 w 737"/>
                <a:gd name="T7" fmla="*/ 0 h 857"/>
                <a:gd name="T8" fmla="*/ 261 w 737"/>
                <a:gd name="T9" fmla="*/ 343 h 857"/>
                <a:gd name="T10" fmla="*/ 375 w 737"/>
                <a:gd name="T11" fmla="*/ 678 h 857"/>
                <a:gd name="T12" fmla="*/ 488 w 737"/>
                <a:gd name="T13" fmla="*/ 343 h 857"/>
                <a:gd name="T14" fmla="*/ 565 w 737"/>
                <a:gd name="T15" fmla="*/ 0 h 857"/>
                <a:gd name="T16" fmla="*/ 737 w 737"/>
                <a:gd name="T17" fmla="*/ 0 h 857"/>
                <a:gd name="T18" fmla="*/ 627 w 737"/>
                <a:gd name="T19" fmla="*/ 433 h 857"/>
                <a:gd name="T20" fmla="*/ 455 w 737"/>
                <a:gd name="T21" fmla="*/ 857 h 857"/>
                <a:gd name="T22" fmla="*/ 284 w 737"/>
                <a:gd name="T23" fmla="*/ 857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37" h="857">
                  <a:moveTo>
                    <a:pt x="284" y="857"/>
                  </a:moveTo>
                  <a:cubicBezTo>
                    <a:pt x="216" y="717"/>
                    <a:pt x="157" y="572"/>
                    <a:pt x="108" y="424"/>
                  </a:cubicBezTo>
                  <a:cubicBezTo>
                    <a:pt x="62" y="285"/>
                    <a:pt x="26" y="144"/>
                    <a:pt x="0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203" y="116"/>
                    <a:pt x="229" y="230"/>
                    <a:pt x="261" y="343"/>
                  </a:cubicBezTo>
                  <a:cubicBezTo>
                    <a:pt x="292" y="452"/>
                    <a:pt x="330" y="564"/>
                    <a:pt x="375" y="678"/>
                  </a:cubicBezTo>
                  <a:cubicBezTo>
                    <a:pt x="419" y="563"/>
                    <a:pt x="457" y="451"/>
                    <a:pt x="488" y="343"/>
                  </a:cubicBezTo>
                  <a:cubicBezTo>
                    <a:pt x="520" y="230"/>
                    <a:pt x="546" y="115"/>
                    <a:pt x="565" y="0"/>
                  </a:cubicBezTo>
                  <a:cubicBezTo>
                    <a:pt x="737" y="0"/>
                    <a:pt x="737" y="0"/>
                    <a:pt x="737" y="0"/>
                  </a:cubicBezTo>
                  <a:cubicBezTo>
                    <a:pt x="711" y="147"/>
                    <a:pt x="674" y="292"/>
                    <a:pt x="627" y="433"/>
                  </a:cubicBezTo>
                  <a:cubicBezTo>
                    <a:pt x="579" y="578"/>
                    <a:pt x="522" y="720"/>
                    <a:pt x="455" y="857"/>
                  </a:cubicBezTo>
                  <a:lnTo>
                    <a:pt x="284" y="8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67855432-713A-4951-9DDA-7A0FF5E7C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67" y="1676"/>
              <a:ext cx="274" cy="417"/>
            </a:xfrm>
            <a:custGeom>
              <a:avLst/>
              <a:gdLst>
                <a:gd name="T0" fmla="*/ 0 w 274"/>
                <a:gd name="T1" fmla="*/ 417 h 417"/>
                <a:gd name="T2" fmla="*/ 0 w 274"/>
                <a:gd name="T3" fmla="*/ 0 h 417"/>
                <a:gd name="T4" fmla="*/ 274 w 274"/>
                <a:gd name="T5" fmla="*/ 0 h 417"/>
                <a:gd name="T6" fmla="*/ 274 w 274"/>
                <a:gd name="T7" fmla="*/ 69 h 417"/>
                <a:gd name="T8" fmla="*/ 84 w 274"/>
                <a:gd name="T9" fmla="*/ 69 h 417"/>
                <a:gd name="T10" fmla="*/ 84 w 274"/>
                <a:gd name="T11" fmla="*/ 170 h 417"/>
                <a:gd name="T12" fmla="*/ 265 w 274"/>
                <a:gd name="T13" fmla="*/ 170 h 417"/>
                <a:gd name="T14" fmla="*/ 265 w 274"/>
                <a:gd name="T15" fmla="*/ 239 h 417"/>
                <a:gd name="T16" fmla="*/ 84 w 274"/>
                <a:gd name="T17" fmla="*/ 239 h 417"/>
                <a:gd name="T18" fmla="*/ 84 w 274"/>
                <a:gd name="T19" fmla="*/ 348 h 417"/>
                <a:gd name="T20" fmla="*/ 274 w 274"/>
                <a:gd name="T21" fmla="*/ 348 h 417"/>
                <a:gd name="T22" fmla="*/ 274 w 274"/>
                <a:gd name="T23" fmla="*/ 417 h 417"/>
                <a:gd name="T24" fmla="*/ 0 w 274"/>
                <a:gd name="T25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417">
                  <a:moveTo>
                    <a:pt x="0" y="417"/>
                  </a:moveTo>
                  <a:lnTo>
                    <a:pt x="0" y="0"/>
                  </a:lnTo>
                  <a:lnTo>
                    <a:pt x="274" y="0"/>
                  </a:lnTo>
                  <a:lnTo>
                    <a:pt x="274" y="69"/>
                  </a:lnTo>
                  <a:lnTo>
                    <a:pt x="84" y="69"/>
                  </a:lnTo>
                  <a:lnTo>
                    <a:pt x="84" y="170"/>
                  </a:lnTo>
                  <a:lnTo>
                    <a:pt x="265" y="170"/>
                  </a:lnTo>
                  <a:lnTo>
                    <a:pt x="265" y="239"/>
                  </a:lnTo>
                  <a:lnTo>
                    <a:pt x="84" y="239"/>
                  </a:lnTo>
                  <a:lnTo>
                    <a:pt x="84" y="348"/>
                  </a:lnTo>
                  <a:lnTo>
                    <a:pt x="274" y="348"/>
                  </a:lnTo>
                  <a:lnTo>
                    <a:pt x="274" y="417"/>
                  </a:lnTo>
                  <a:lnTo>
                    <a:pt x="0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C625CC48-5347-48EA-B102-178739E2ED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05" y="1676"/>
              <a:ext cx="332" cy="417"/>
            </a:xfrm>
            <a:custGeom>
              <a:avLst/>
              <a:gdLst>
                <a:gd name="T0" fmla="*/ 0 w 332"/>
                <a:gd name="T1" fmla="*/ 417 h 417"/>
                <a:gd name="T2" fmla="*/ 0 w 332"/>
                <a:gd name="T3" fmla="*/ 0 h 417"/>
                <a:gd name="T4" fmla="*/ 79 w 332"/>
                <a:gd name="T5" fmla="*/ 0 h 417"/>
                <a:gd name="T6" fmla="*/ 250 w 332"/>
                <a:gd name="T7" fmla="*/ 279 h 417"/>
                <a:gd name="T8" fmla="*/ 250 w 332"/>
                <a:gd name="T9" fmla="*/ 0 h 417"/>
                <a:gd name="T10" fmla="*/ 332 w 332"/>
                <a:gd name="T11" fmla="*/ 0 h 417"/>
                <a:gd name="T12" fmla="*/ 332 w 332"/>
                <a:gd name="T13" fmla="*/ 417 h 417"/>
                <a:gd name="T14" fmla="*/ 254 w 332"/>
                <a:gd name="T15" fmla="*/ 417 h 417"/>
                <a:gd name="T16" fmla="*/ 82 w 332"/>
                <a:gd name="T17" fmla="*/ 137 h 417"/>
                <a:gd name="T18" fmla="*/ 82 w 332"/>
                <a:gd name="T19" fmla="*/ 417 h 417"/>
                <a:gd name="T20" fmla="*/ 0 w 332"/>
                <a:gd name="T21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2" h="417">
                  <a:moveTo>
                    <a:pt x="0" y="417"/>
                  </a:moveTo>
                  <a:lnTo>
                    <a:pt x="0" y="0"/>
                  </a:lnTo>
                  <a:lnTo>
                    <a:pt x="79" y="0"/>
                  </a:lnTo>
                  <a:lnTo>
                    <a:pt x="250" y="279"/>
                  </a:lnTo>
                  <a:lnTo>
                    <a:pt x="250" y="0"/>
                  </a:lnTo>
                  <a:lnTo>
                    <a:pt x="332" y="0"/>
                  </a:lnTo>
                  <a:lnTo>
                    <a:pt x="332" y="417"/>
                  </a:lnTo>
                  <a:lnTo>
                    <a:pt x="254" y="417"/>
                  </a:lnTo>
                  <a:lnTo>
                    <a:pt x="82" y="137"/>
                  </a:lnTo>
                  <a:lnTo>
                    <a:pt x="82" y="417"/>
                  </a:lnTo>
                  <a:lnTo>
                    <a:pt x="0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B433815F-07D4-43F4-A743-F065C9716B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8" y="1676"/>
              <a:ext cx="324" cy="417"/>
            </a:xfrm>
            <a:custGeom>
              <a:avLst/>
              <a:gdLst>
                <a:gd name="T0" fmla="*/ 324 w 324"/>
                <a:gd name="T1" fmla="*/ 0 h 417"/>
                <a:gd name="T2" fmla="*/ 324 w 324"/>
                <a:gd name="T3" fmla="*/ 70 h 417"/>
                <a:gd name="T4" fmla="*/ 203 w 324"/>
                <a:gd name="T5" fmla="*/ 70 h 417"/>
                <a:gd name="T6" fmla="*/ 203 w 324"/>
                <a:gd name="T7" fmla="*/ 417 h 417"/>
                <a:gd name="T8" fmla="*/ 120 w 324"/>
                <a:gd name="T9" fmla="*/ 417 h 417"/>
                <a:gd name="T10" fmla="*/ 120 w 324"/>
                <a:gd name="T11" fmla="*/ 70 h 417"/>
                <a:gd name="T12" fmla="*/ 0 w 324"/>
                <a:gd name="T13" fmla="*/ 70 h 417"/>
                <a:gd name="T14" fmla="*/ 0 w 324"/>
                <a:gd name="T15" fmla="*/ 0 h 417"/>
                <a:gd name="T16" fmla="*/ 324 w 324"/>
                <a:gd name="T17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4" h="417">
                  <a:moveTo>
                    <a:pt x="324" y="0"/>
                  </a:moveTo>
                  <a:lnTo>
                    <a:pt x="324" y="70"/>
                  </a:lnTo>
                  <a:lnTo>
                    <a:pt x="203" y="70"/>
                  </a:lnTo>
                  <a:lnTo>
                    <a:pt x="203" y="417"/>
                  </a:lnTo>
                  <a:lnTo>
                    <a:pt x="120" y="417"/>
                  </a:lnTo>
                  <a:lnTo>
                    <a:pt x="120" y="70"/>
                  </a:lnTo>
                  <a:lnTo>
                    <a:pt x="0" y="70"/>
                  </a:lnTo>
                  <a:lnTo>
                    <a:pt x="0" y="0"/>
                  </a:lnTo>
                  <a:lnTo>
                    <a:pt x="3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3A471F13-64C5-4BF8-AA63-E9FA7A02383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864" y="1676"/>
              <a:ext cx="83" cy="4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EDDE33EB-200E-4CA1-A810-E95699C5F1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26" y="1676"/>
              <a:ext cx="332" cy="417"/>
            </a:xfrm>
            <a:custGeom>
              <a:avLst/>
              <a:gdLst>
                <a:gd name="T0" fmla="*/ 0 w 332"/>
                <a:gd name="T1" fmla="*/ 417 h 417"/>
                <a:gd name="T2" fmla="*/ 0 w 332"/>
                <a:gd name="T3" fmla="*/ 0 h 417"/>
                <a:gd name="T4" fmla="*/ 79 w 332"/>
                <a:gd name="T5" fmla="*/ 0 h 417"/>
                <a:gd name="T6" fmla="*/ 250 w 332"/>
                <a:gd name="T7" fmla="*/ 279 h 417"/>
                <a:gd name="T8" fmla="*/ 250 w 332"/>
                <a:gd name="T9" fmla="*/ 0 h 417"/>
                <a:gd name="T10" fmla="*/ 332 w 332"/>
                <a:gd name="T11" fmla="*/ 0 h 417"/>
                <a:gd name="T12" fmla="*/ 332 w 332"/>
                <a:gd name="T13" fmla="*/ 417 h 417"/>
                <a:gd name="T14" fmla="*/ 254 w 332"/>
                <a:gd name="T15" fmla="*/ 417 h 417"/>
                <a:gd name="T16" fmla="*/ 82 w 332"/>
                <a:gd name="T17" fmla="*/ 137 h 417"/>
                <a:gd name="T18" fmla="*/ 82 w 332"/>
                <a:gd name="T19" fmla="*/ 417 h 417"/>
                <a:gd name="T20" fmla="*/ 0 w 332"/>
                <a:gd name="T21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2" h="417">
                  <a:moveTo>
                    <a:pt x="0" y="417"/>
                  </a:moveTo>
                  <a:lnTo>
                    <a:pt x="0" y="0"/>
                  </a:lnTo>
                  <a:lnTo>
                    <a:pt x="79" y="0"/>
                  </a:lnTo>
                  <a:lnTo>
                    <a:pt x="250" y="279"/>
                  </a:lnTo>
                  <a:lnTo>
                    <a:pt x="250" y="0"/>
                  </a:lnTo>
                  <a:lnTo>
                    <a:pt x="332" y="0"/>
                  </a:lnTo>
                  <a:lnTo>
                    <a:pt x="332" y="417"/>
                  </a:lnTo>
                  <a:lnTo>
                    <a:pt x="254" y="417"/>
                  </a:lnTo>
                  <a:lnTo>
                    <a:pt x="82" y="137"/>
                  </a:lnTo>
                  <a:lnTo>
                    <a:pt x="82" y="417"/>
                  </a:lnTo>
                  <a:lnTo>
                    <a:pt x="0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65A36EEA-93C1-4BEC-84F3-B48054C6C7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5" y="1666"/>
              <a:ext cx="345" cy="436"/>
            </a:xfrm>
            <a:custGeom>
              <a:avLst/>
              <a:gdLst>
                <a:gd name="T0" fmla="*/ 370 w 708"/>
                <a:gd name="T1" fmla="*/ 896 h 896"/>
                <a:gd name="T2" fmla="*/ 0 w 708"/>
                <a:gd name="T3" fmla="*/ 455 h 896"/>
                <a:gd name="T4" fmla="*/ 91 w 708"/>
                <a:gd name="T5" fmla="*/ 121 h 896"/>
                <a:gd name="T6" fmla="*/ 379 w 708"/>
                <a:gd name="T7" fmla="*/ 1 h 896"/>
                <a:gd name="T8" fmla="*/ 543 w 708"/>
                <a:gd name="T9" fmla="*/ 27 h 896"/>
                <a:gd name="T10" fmla="*/ 683 w 708"/>
                <a:gd name="T11" fmla="*/ 113 h 896"/>
                <a:gd name="T12" fmla="*/ 606 w 708"/>
                <a:gd name="T13" fmla="*/ 224 h 896"/>
                <a:gd name="T14" fmla="*/ 505 w 708"/>
                <a:gd name="T15" fmla="*/ 162 h 896"/>
                <a:gd name="T16" fmla="*/ 393 w 708"/>
                <a:gd name="T17" fmla="*/ 143 h 896"/>
                <a:gd name="T18" fmla="*/ 224 w 708"/>
                <a:gd name="T19" fmla="*/ 220 h 896"/>
                <a:gd name="T20" fmla="*/ 174 w 708"/>
                <a:gd name="T21" fmla="*/ 455 h 896"/>
                <a:gd name="T22" fmla="*/ 221 w 708"/>
                <a:gd name="T23" fmla="*/ 684 h 896"/>
                <a:gd name="T24" fmla="*/ 369 w 708"/>
                <a:gd name="T25" fmla="*/ 753 h 896"/>
                <a:gd name="T26" fmla="*/ 500 w 708"/>
                <a:gd name="T27" fmla="*/ 703 h 896"/>
                <a:gd name="T28" fmla="*/ 540 w 708"/>
                <a:gd name="T29" fmla="*/ 562 h 896"/>
                <a:gd name="T30" fmla="*/ 540 w 708"/>
                <a:gd name="T31" fmla="*/ 522 h 896"/>
                <a:gd name="T32" fmla="*/ 361 w 708"/>
                <a:gd name="T33" fmla="*/ 522 h 896"/>
                <a:gd name="T34" fmla="*/ 361 w 708"/>
                <a:gd name="T35" fmla="*/ 379 h 896"/>
                <a:gd name="T36" fmla="*/ 708 w 708"/>
                <a:gd name="T37" fmla="*/ 379 h 896"/>
                <a:gd name="T38" fmla="*/ 708 w 708"/>
                <a:gd name="T39" fmla="*/ 546 h 896"/>
                <a:gd name="T40" fmla="*/ 627 w 708"/>
                <a:gd name="T41" fmla="*/ 803 h 896"/>
                <a:gd name="T42" fmla="*/ 370 w 708"/>
                <a:gd name="T43" fmla="*/ 896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8" h="896">
                  <a:moveTo>
                    <a:pt x="370" y="896"/>
                  </a:moveTo>
                  <a:cubicBezTo>
                    <a:pt x="123" y="896"/>
                    <a:pt x="0" y="749"/>
                    <a:pt x="0" y="455"/>
                  </a:cubicBezTo>
                  <a:cubicBezTo>
                    <a:pt x="0" y="312"/>
                    <a:pt x="30" y="201"/>
                    <a:pt x="91" y="121"/>
                  </a:cubicBezTo>
                  <a:cubicBezTo>
                    <a:pt x="152" y="41"/>
                    <a:pt x="248" y="1"/>
                    <a:pt x="379" y="1"/>
                  </a:cubicBezTo>
                  <a:cubicBezTo>
                    <a:pt x="435" y="0"/>
                    <a:pt x="491" y="9"/>
                    <a:pt x="543" y="27"/>
                  </a:cubicBezTo>
                  <a:cubicBezTo>
                    <a:pt x="595" y="46"/>
                    <a:pt x="643" y="75"/>
                    <a:pt x="683" y="113"/>
                  </a:cubicBezTo>
                  <a:cubicBezTo>
                    <a:pt x="606" y="224"/>
                    <a:pt x="606" y="224"/>
                    <a:pt x="606" y="224"/>
                  </a:cubicBezTo>
                  <a:cubicBezTo>
                    <a:pt x="577" y="197"/>
                    <a:pt x="543" y="176"/>
                    <a:pt x="505" y="162"/>
                  </a:cubicBezTo>
                  <a:cubicBezTo>
                    <a:pt x="469" y="149"/>
                    <a:pt x="431" y="143"/>
                    <a:pt x="393" y="143"/>
                  </a:cubicBezTo>
                  <a:cubicBezTo>
                    <a:pt x="313" y="143"/>
                    <a:pt x="256" y="169"/>
                    <a:pt x="224" y="220"/>
                  </a:cubicBezTo>
                  <a:cubicBezTo>
                    <a:pt x="191" y="271"/>
                    <a:pt x="174" y="349"/>
                    <a:pt x="174" y="455"/>
                  </a:cubicBezTo>
                  <a:cubicBezTo>
                    <a:pt x="174" y="561"/>
                    <a:pt x="190" y="637"/>
                    <a:pt x="221" y="684"/>
                  </a:cubicBezTo>
                  <a:cubicBezTo>
                    <a:pt x="254" y="731"/>
                    <a:pt x="311" y="758"/>
                    <a:pt x="369" y="753"/>
                  </a:cubicBezTo>
                  <a:cubicBezTo>
                    <a:pt x="418" y="758"/>
                    <a:pt x="467" y="739"/>
                    <a:pt x="500" y="703"/>
                  </a:cubicBezTo>
                  <a:cubicBezTo>
                    <a:pt x="529" y="662"/>
                    <a:pt x="544" y="612"/>
                    <a:pt x="540" y="562"/>
                  </a:cubicBezTo>
                  <a:cubicBezTo>
                    <a:pt x="540" y="522"/>
                    <a:pt x="540" y="522"/>
                    <a:pt x="540" y="522"/>
                  </a:cubicBezTo>
                  <a:cubicBezTo>
                    <a:pt x="361" y="522"/>
                    <a:pt x="361" y="522"/>
                    <a:pt x="361" y="522"/>
                  </a:cubicBezTo>
                  <a:cubicBezTo>
                    <a:pt x="361" y="379"/>
                    <a:pt x="361" y="379"/>
                    <a:pt x="361" y="379"/>
                  </a:cubicBezTo>
                  <a:cubicBezTo>
                    <a:pt x="708" y="379"/>
                    <a:pt x="708" y="379"/>
                    <a:pt x="708" y="379"/>
                  </a:cubicBezTo>
                  <a:cubicBezTo>
                    <a:pt x="708" y="546"/>
                    <a:pt x="708" y="546"/>
                    <a:pt x="708" y="546"/>
                  </a:cubicBezTo>
                  <a:cubicBezTo>
                    <a:pt x="708" y="655"/>
                    <a:pt x="681" y="741"/>
                    <a:pt x="627" y="803"/>
                  </a:cubicBezTo>
                  <a:cubicBezTo>
                    <a:pt x="573" y="865"/>
                    <a:pt x="488" y="896"/>
                    <a:pt x="370" y="8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22F75C15-9127-433D-A59F-A5BF7419FE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37" y="2227"/>
              <a:ext cx="265" cy="418"/>
            </a:xfrm>
            <a:custGeom>
              <a:avLst/>
              <a:gdLst>
                <a:gd name="T0" fmla="*/ 0 w 265"/>
                <a:gd name="T1" fmla="*/ 418 h 418"/>
                <a:gd name="T2" fmla="*/ 0 w 265"/>
                <a:gd name="T3" fmla="*/ 0 h 418"/>
                <a:gd name="T4" fmla="*/ 265 w 265"/>
                <a:gd name="T5" fmla="*/ 0 h 418"/>
                <a:gd name="T6" fmla="*/ 265 w 265"/>
                <a:gd name="T7" fmla="*/ 70 h 418"/>
                <a:gd name="T8" fmla="*/ 83 w 265"/>
                <a:gd name="T9" fmla="*/ 70 h 418"/>
                <a:gd name="T10" fmla="*/ 83 w 265"/>
                <a:gd name="T11" fmla="*/ 182 h 418"/>
                <a:gd name="T12" fmla="*/ 253 w 265"/>
                <a:gd name="T13" fmla="*/ 182 h 418"/>
                <a:gd name="T14" fmla="*/ 253 w 265"/>
                <a:gd name="T15" fmla="*/ 252 h 418"/>
                <a:gd name="T16" fmla="*/ 83 w 265"/>
                <a:gd name="T17" fmla="*/ 252 h 418"/>
                <a:gd name="T18" fmla="*/ 83 w 265"/>
                <a:gd name="T19" fmla="*/ 418 h 418"/>
                <a:gd name="T20" fmla="*/ 0 w 265"/>
                <a:gd name="T21" fmla="*/ 418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5" h="418">
                  <a:moveTo>
                    <a:pt x="0" y="418"/>
                  </a:moveTo>
                  <a:lnTo>
                    <a:pt x="0" y="0"/>
                  </a:lnTo>
                  <a:lnTo>
                    <a:pt x="265" y="0"/>
                  </a:lnTo>
                  <a:lnTo>
                    <a:pt x="265" y="70"/>
                  </a:lnTo>
                  <a:lnTo>
                    <a:pt x="83" y="70"/>
                  </a:lnTo>
                  <a:lnTo>
                    <a:pt x="83" y="182"/>
                  </a:lnTo>
                  <a:lnTo>
                    <a:pt x="253" y="182"/>
                  </a:lnTo>
                  <a:lnTo>
                    <a:pt x="253" y="252"/>
                  </a:lnTo>
                  <a:lnTo>
                    <a:pt x="83" y="252"/>
                  </a:lnTo>
                  <a:lnTo>
                    <a:pt x="83" y="418"/>
                  </a:lnTo>
                  <a:lnTo>
                    <a:pt x="0" y="4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B31577CF-7D00-4C96-9291-78D5AA8CFD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40" y="2218"/>
              <a:ext cx="365" cy="436"/>
            </a:xfrm>
            <a:custGeom>
              <a:avLst/>
              <a:gdLst>
                <a:gd name="T0" fmla="*/ 375 w 749"/>
                <a:gd name="T1" fmla="*/ 896 h 896"/>
                <a:gd name="T2" fmla="*/ 97 w 749"/>
                <a:gd name="T3" fmla="*/ 784 h 896"/>
                <a:gd name="T4" fmla="*/ 0 w 749"/>
                <a:gd name="T5" fmla="*/ 448 h 896"/>
                <a:gd name="T6" fmla="*/ 97 w 749"/>
                <a:gd name="T7" fmla="*/ 112 h 896"/>
                <a:gd name="T8" fmla="*/ 375 w 749"/>
                <a:gd name="T9" fmla="*/ 0 h 896"/>
                <a:gd name="T10" fmla="*/ 652 w 749"/>
                <a:gd name="T11" fmla="*/ 112 h 896"/>
                <a:gd name="T12" fmla="*/ 749 w 749"/>
                <a:gd name="T13" fmla="*/ 448 h 896"/>
                <a:gd name="T14" fmla="*/ 652 w 749"/>
                <a:gd name="T15" fmla="*/ 784 h 896"/>
                <a:gd name="T16" fmla="*/ 375 w 749"/>
                <a:gd name="T17" fmla="*/ 896 h 896"/>
                <a:gd name="T18" fmla="*/ 375 w 749"/>
                <a:gd name="T19" fmla="*/ 753 h 896"/>
                <a:gd name="T20" fmla="*/ 526 w 749"/>
                <a:gd name="T21" fmla="*/ 681 h 896"/>
                <a:gd name="T22" fmla="*/ 574 w 749"/>
                <a:gd name="T23" fmla="*/ 448 h 896"/>
                <a:gd name="T24" fmla="*/ 526 w 749"/>
                <a:gd name="T25" fmla="*/ 215 h 896"/>
                <a:gd name="T26" fmla="*/ 250 w 749"/>
                <a:gd name="T27" fmla="*/ 187 h 896"/>
                <a:gd name="T28" fmla="*/ 223 w 749"/>
                <a:gd name="T29" fmla="*/ 215 h 896"/>
                <a:gd name="T30" fmla="*/ 175 w 749"/>
                <a:gd name="T31" fmla="*/ 448 h 896"/>
                <a:gd name="T32" fmla="*/ 223 w 749"/>
                <a:gd name="T33" fmla="*/ 681 h 896"/>
                <a:gd name="T34" fmla="*/ 375 w 749"/>
                <a:gd name="T35" fmla="*/ 753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49" h="896">
                  <a:moveTo>
                    <a:pt x="375" y="896"/>
                  </a:moveTo>
                  <a:cubicBezTo>
                    <a:pt x="254" y="896"/>
                    <a:pt x="161" y="858"/>
                    <a:pt x="97" y="784"/>
                  </a:cubicBezTo>
                  <a:cubicBezTo>
                    <a:pt x="33" y="709"/>
                    <a:pt x="0" y="597"/>
                    <a:pt x="0" y="448"/>
                  </a:cubicBezTo>
                  <a:cubicBezTo>
                    <a:pt x="0" y="299"/>
                    <a:pt x="33" y="187"/>
                    <a:pt x="97" y="112"/>
                  </a:cubicBezTo>
                  <a:cubicBezTo>
                    <a:pt x="161" y="38"/>
                    <a:pt x="254" y="0"/>
                    <a:pt x="375" y="0"/>
                  </a:cubicBezTo>
                  <a:cubicBezTo>
                    <a:pt x="495" y="0"/>
                    <a:pt x="588" y="38"/>
                    <a:pt x="652" y="112"/>
                  </a:cubicBezTo>
                  <a:cubicBezTo>
                    <a:pt x="717" y="187"/>
                    <a:pt x="749" y="299"/>
                    <a:pt x="749" y="448"/>
                  </a:cubicBezTo>
                  <a:cubicBezTo>
                    <a:pt x="749" y="597"/>
                    <a:pt x="717" y="709"/>
                    <a:pt x="652" y="784"/>
                  </a:cubicBezTo>
                  <a:cubicBezTo>
                    <a:pt x="588" y="858"/>
                    <a:pt x="495" y="896"/>
                    <a:pt x="375" y="896"/>
                  </a:cubicBezTo>
                  <a:close/>
                  <a:moveTo>
                    <a:pt x="375" y="753"/>
                  </a:moveTo>
                  <a:cubicBezTo>
                    <a:pt x="434" y="758"/>
                    <a:pt x="492" y="730"/>
                    <a:pt x="526" y="681"/>
                  </a:cubicBezTo>
                  <a:cubicBezTo>
                    <a:pt x="558" y="633"/>
                    <a:pt x="574" y="555"/>
                    <a:pt x="574" y="448"/>
                  </a:cubicBezTo>
                  <a:cubicBezTo>
                    <a:pt x="574" y="341"/>
                    <a:pt x="558" y="263"/>
                    <a:pt x="526" y="215"/>
                  </a:cubicBezTo>
                  <a:cubicBezTo>
                    <a:pt x="458" y="131"/>
                    <a:pt x="334" y="119"/>
                    <a:pt x="250" y="187"/>
                  </a:cubicBezTo>
                  <a:cubicBezTo>
                    <a:pt x="240" y="196"/>
                    <a:pt x="231" y="205"/>
                    <a:pt x="223" y="215"/>
                  </a:cubicBezTo>
                  <a:cubicBezTo>
                    <a:pt x="191" y="263"/>
                    <a:pt x="175" y="341"/>
                    <a:pt x="175" y="448"/>
                  </a:cubicBezTo>
                  <a:cubicBezTo>
                    <a:pt x="175" y="555"/>
                    <a:pt x="191" y="633"/>
                    <a:pt x="223" y="681"/>
                  </a:cubicBezTo>
                  <a:cubicBezTo>
                    <a:pt x="257" y="730"/>
                    <a:pt x="315" y="758"/>
                    <a:pt x="375" y="7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5D2E4011-C068-4CA8-84E5-9D6AC0FD7D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59" y="2227"/>
              <a:ext cx="335" cy="418"/>
            </a:xfrm>
            <a:custGeom>
              <a:avLst/>
              <a:gdLst>
                <a:gd name="T0" fmla="*/ 0 w 688"/>
                <a:gd name="T1" fmla="*/ 858 h 858"/>
                <a:gd name="T2" fmla="*/ 0 w 688"/>
                <a:gd name="T3" fmla="*/ 0 h 858"/>
                <a:gd name="T4" fmla="*/ 305 w 688"/>
                <a:gd name="T5" fmla="*/ 0 h 858"/>
                <a:gd name="T6" fmla="*/ 548 w 688"/>
                <a:gd name="T7" fmla="*/ 67 h 858"/>
                <a:gd name="T8" fmla="*/ 629 w 688"/>
                <a:gd name="T9" fmla="*/ 261 h 858"/>
                <a:gd name="T10" fmla="*/ 588 w 688"/>
                <a:gd name="T11" fmla="*/ 414 h 858"/>
                <a:gd name="T12" fmla="*/ 456 w 688"/>
                <a:gd name="T13" fmla="*/ 504 h 858"/>
                <a:gd name="T14" fmla="*/ 557 w 688"/>
                <a:gd name="T15" fmla="*/ 627 h 858"/>
                <a:gd name="T16" fmla="*/ 629 w 688"/>
                <a:gd name="T17" fmla="*/ 736 h 858"/>
                <a:gd name="T18" fmla="*/ 688 w 688"/>
                <a:gd name="T19" fmla="*/ 858 h 858"/>
                <a:gd name="T20" fmla="*/ 499 w 688"/>
                <a:gd name="T21" fmla="*/ 858 h 858"/>
                <a:gd name="T22" fmla="*/ 443 w 688"/>
                <a:gd name="T23" fmla="*/ 742 h 858"/>
                <a:gd name="T24" fmla="*/ 375 w 688"/>
                <a:gd name="T25" fmla="*/ 636 h 858"/>
                <a:gd name="T26" fmla="*/ 280 w 688"/>
                <a:gd name="T27" fmla="*/ 522 h 858"/>
                <a:gd name="T28" fmla="*/ 169 w 688"/>
                <a:gd name="T29" fmla="*/ 522 h 858"/>
                <a:gd name="T30" fmla="*/ 169 w 688"/>
                <a:gd name="T31" fmla="*/ 858 h 858"/>
                <a:gd name="T32" fmla="*/ 0 w 688"/>
                <a:gd name="T33" fmla="*/ 858 h 858"/>
                <a:gd name="T34" fmla="*/ 295 w 688"/>
                <a:gd name="T35" fmla="*/ 135 h 858"/>
                <a:gd name="T36" fmla="*/ 169 w 688"/>
                <a:gd name="T37" fmla="*/ 135 h 858"/>
                <a:gd name="T38" fmla="*/ 169 w 688"/>
                <a:gd name="T39" fmla="*/ 388 h 858"/>
                <a:gd name="T40" fmla="*/ 295 w 688"/>
                <a:gd name="T41" fmla="*/ 388 h 858"/>
                <a:gd name="T42" fmla="*/ 417 w 688"/>
                <a:gd name="T43" fmla="*/ 358 h 858"/>
                <a:gd name="T44" fmla="*/ 458 w 688"/>
                <a:gd name="T45" fmla="*/ 261 h 858"/>
                <a:gd name="T46" fmla="*/ 295 w 688"/>
                <a:gd name="T47" fmla="*/ 135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88" h="858">
                  <a:moveTo>
                    <a:pt x="0" y="85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413" y="0"/>
                    <a:pt x="494" y="23"/>
                    <a:pt x="548" y="67"/>
                  </a:cubicBezTo>
                  <a:cubicBezTo>
                    <a:pt x="604" y="115"/>
                    <a:pt x="634" y="187"/>
                    <a:pt x="629" y="261"/>
                  </a:cubicBezTo>
                  <a:cubicBezTo>
                    <a:pt x="631" y="315"/>
                    <a:pt x="617" y="369"/>
                    <a:pt x="588" y="414"/>
                  </a:cubicBezTo>
                  <a:cubicBezTo>
                    <a:pt x="556" y="459"/>
                    <a:pt x="509" y="491"/>
                    <a:pt x="456" y="504"/>
                  </a:cubicBezTo>
                  <a:cubicBezTo>
                    <a:pt x="496" y="549"/>
                    <a:pt x="530" y="590"/>
                    <a:pt x="557" y="627"/>
                  </a:cubicBezTo>
                  <a:cubicBezTo>
                    <a:pt x="584" y="662"/>
                    <a:pt x="608" y="698"/>
                    <a:pt x="629" y="736"/>
                  </a:cubicBezTo>
                  <a:cubicBezTo>
                    <a:pt x="651" y="776"/>
                    <a:pt x="671" y="816"/>
                    <a:pt x="688" y="858"/>
                  </a:cubicBezTo>
                  <a:cubicBezTo>
                    <a:pt x="499" y="858"/>
                    <a:pt x="499" y="858"/>
                    <a:pt x="499" y="858"/>
                  </a:cubicBezTo>
                  <a:cubicBezTo>
                    <a:pt x="482" y="818"/>
                    <a:pt x="464" y="779"/>
                    <a:pt x="443" y="742"/>
                  </a:cubicBezTo>
                  <a:cubicBezTo>
                    <a:pt x="423" y="705"/>
                    <a:pt x="400" y="670"/>
                    <a:pt x="375" y="636"/>
                  </a:cubicBezTo>
                  <a:cubicBezTo>
                    <a:pt x="349" y="601"/>
                    <a:pt x="317" y="563"/>
                    <a:pt x="280" y="522"/>
                  </a:cubicBezTo>
                  <a:cubicBezTo>
                    <a:pt x="169" y="522"/>
                    <a:pt x="169" y="522"/>
                    <a:pt x="169" y="522"/>
                  </a:cubicBezTo>
                  <a:cubicBezTo>
                    <a:pt x="169" y="858"/>
                    <a:pt x="169" y="858"/>
                    <a:pt x="169" y="858"/>
                  </a:cubicBezTo>
                  <a:lnTo>
                    <a:pt x="0" y="858"/>
                  </a:lnTo>
                  <a:close/>
                  <a:moveTo>
                    <a:pt x="295" y="135"/>
                  </a:moveTo>
                  <a:cubicBezTo>
                    <a:pt x="169" y="135"/>
                    <a:pt x="169" y="135"/>
                    <a:pt x="169" y="135"/>
                  </a:cubicBezTo>
                  <a:cubicBezTo>
                    <a:pt x="169" y="388"/>
                    <a:pt x="169" y="388"/>
                    <a:pt x="169" y="388"/>
                  </a:cubicBezTo>
                  <a:cubicBezTo>
                    <a:pt x="295" y="388"/>
                    <a:pt x="295" y="388"/>
                    <a:pt x="295" y="388"/>
                  </a:cubicBezTo>
                  <a:cubicBezTo>
                    <a:pt x="338" y="391"/>
                    <a:pt x="380" y="380"/>
                    <a:pt x="417" y="358"/>
                  </a:cubicBezTo>
                  <a:cubicBezTo>
                    <a:pt x="445" y="334"/>
                    <a:pt x="461" y="298"/>
                    <a:pt x="458" y="261"/>
                  </a:cubicBezTo>
                  <a:cubicBezTo>
                    <a:pt x="458" y="177"/>
                    <a:pt x="404" y="135"/>
                    <a:pt x="295" y="1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54C81F81-74D2-43C6-98C5-7C3F2ED9AC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90" y="2227"/>
              <a:ext cx="262" cy="418"/>
            </a:xfrm>
            <a:custGeom>
              <a:avLst/>
              <a:gdLst>
                <a:gd name="T0" fmla="*/ 0 w 262"/>
                <a:gd name="T1" fmla="*/ 418 h 418"/>
                <a:gd name="T2" fmla="*/ 0 w 262"/>
                <a:gd name="T3" fmla="*/ 0 h 418"/>
                <a:gd name="T4" fmla="*/ 83 w 262"/>
                <a:gd name="T5" fmla="*/ 0 h 418"/>
                <a:gd name="T6" fmla="*/ 83 w 262"/>
                <a:gd name="T7" fmla="*/ 347 h 418"/>
                <a:gd name="T8" fmla="*/ 262 w 262"/>
                <a:gd name="T9" fmla="*/ 347 h 418"/>
                <a:gd name="T10" fmla="*/ 262 w 262"/>
                <a:gd name="T11" fmla="*/ 418 h 418"/>
                <a:gd name="T12" fmla="*/ 0 w 262"/>
                <a:gd name="T13" fmla="*/ 418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2" h="418">
                  <a:moveTo>
                    <a:pt x="0" y="41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347"/>
                  </a:lnTo>
                  <a:lnTo>
                    <a:pt x="262" y="347"/>
                  </a:lnTo>
                  <a:lnTo>
                    <a:pt x="262" y="418"/>
                  </a:lnTo>
                  <a:lnTo>
                    <a:pt x="0" y="4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Rectangle 19">
              <a:extLst>
                <a:ext uri="{FF2B5EF4-FFF2-40B4-BE49-F238E27FC236}">
                  <a16:creationId xmlns:a16="http://schemas.microsoft.com/office/drawing/2014/main" id="{8412AF1F-00C7-4422-BCE6-32783DEA23F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404" y="2227"/>
              <a:ext cx="83" cy="4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AB18BF94-BC4D-4D6D-999D-C436E54006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61" y="2227"/>
              <a:ext cx="265" cy="418"/>
            </a:xfrm>
            <a:custGeom>
              <a:avLst/>
              <a:gdLst>
                <a:gd name="T0" fmla="*/ 0 w 265"/>
                <a:gd name="T1" fmla="*/ 418 h 418"/>
                <a:gd name="T2" fmla="*/ 0 w 265"/>
                <a:gd name="T3" fmla="*/ 0 h 418"/>
                <a:gd name="T4" fmla="*/ 265 w 265"/>
                <a:gd name="T5" fmla="*/ 0 h 418"/>
                <a:gd name="T6" fmla="*/ 265 w 265"/>
                <a:gd name="T7" fmla="*/ 70 h 418"/>
                <a:gd name="T8" fmla="*/ 83 w 265"/>
                <a:gd name="T9" fmla="*/ 70 h 418"/>
                <a:gd name="T10" fmla="*/ 83 w 265"/>
                <a:gd name="T11" fmla="*/ 182 h 418"/>
                <a:gd name="T12" fmla="*/ 253 w 265"/>
                <a:gd name="T13" fmla="*/ 182 h 418"/>
                <a:gd name="T14" fmla="*/ 253 w 265"/>
                <a:gd name="T15" fmla="*/ 252 h 418"/>
                <a:gd name="T16" fmla="*/ 83 w 265"/>
                <a:gd name="T17" fmla="*/ 252 h 418"/>
                <a:gd name="T18" fmla="*/ 83 w 265"/>
                <a:gd name="T19" fmla="*/ 418 h 418"/>
                <a:gd name="T20" fmla="*/ 0 w 265"/>
                <a:gd name="T21" fmla="*/ 418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5" h="418">
                  <a:moveTo>
                    <a:pt x="0" y="418"/>
                  </a:moveTo>
                  <a:lnTo>
                    <a:pt x="0" y="0"/>
                  </a:lnTo>
                  <a:lnTo>
                    <a:pt x="265" y="0"/>
                  </a:lnTo>
                  <a:lnTo>
                    <a:pt x="265" y="70"/>
                  </a:lnTo>
                  <a:lnTo>
                    <a:pt x="83" y="70"/>
                  </a:lnTo>
                  <a:lnTo>
                    <a:pt x="83" y="182"/>
                  </a:lnTo>
                  <a:lnTo>
                    <a:pt x="253" y="182"/>
                  </a:lnTo>
                  <a:lnTo>
                    <a:pt x="253" y="252"/>
                  </a:lnTo>
                  <a:lnTo>
                    <a:pt x="83" y="252"/>
                  </a:lnTo>
                  <a:lnTo>
                    <a:pt x="83" y="418"/>
                  </a:lnTo>
                  <a:lnTo>
                    <a:pt x="0" y="4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54FE3AAF-B227-4F71-831D-F51C9765DE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76" y="2227"/>
              <a:ext cx="274" cy="418"/>
            </a:xfrm>
            <a:custGeom>
              <a:avLst/>
              <a:gdLst>
                <a:gd name="T0" fmla="*/ 0 w 274"/>
                <a:gd name="T1" fmla="*/ 418 h 418"/>
                <a:gd name="T2" fmla="*/ 0 w 274"/>
                <a:gd name="T3" fmla="*/ 0 h 418"/>
                <a:gd name="T4" fmla="*/ 273 w 274"/>
                <a:gd name="T5" fmla="*/ 0 h 418"/>
                <a:gd name="T6" fmla="*/ 273 w 274"/>
                <a:gd name="T7" fmla="*/ 69 h 418"/>
                <a:gd name="T8" fmla="*/ 84 w 274"/>
                <a:gd name="T9" fmla="*/ 69 h 418"/>
                <a:gd name="T10" fmla="*/ 84 w 274"/>
                <a:gd name="T11" fmla="*/ 171 h 418"/>
                <a:gd name="T12" fmla="*/ 265 w 274"/>
                <a:gd name="T13" fmla="*/ 171 h 418"/>
                <a:gd name="T14" fmla="*/ 265 w 274"/>
                <a:gd name="T15" fmla="*/ 240 h 418"/>
                <a:gd name="T16" fmla="*/ 84 w 274"/>
                <a:gd name="T17" fmla="*/ 240 h 418"/>
                <a:gd name="T18" fmla="*/ 84 w 274"/>
                <a:gd name="T19" fmla="*/ 349 h 418"/>
                <a:gd name="T20" fmla="*/ 274 w 274"/>
                <a:gd name="T21" fmla="*/ 349 h 418"/>
                <a:gd name="T22" fmla="*/ 274 w 274"/>
                <a:gd name="T23" fmla="*/ 418 h 418"/>
                <a:gd name="T24" fmla="*/ 0 w 274"/>
                <a:gd name="T25" fmla="*/ 418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418">
                  <a:moveTo>
                    <a:pt x="0" y="418"/>
                  </a:moveTo>
                  <a:lnTo>
                    <a:pt x="0" y="0"/>
                  </a:lnTo>
                  <a:lnTo>
                    <a:pt x="273" y="0"/>
                  </a:lnTo>
                  <a:lnTo>
                    <a:pt x="273" y="69"/>
                  </a:lnTo>
                  <a:lnTo>
                    <a:pt x="84" y="69"/>
                  </a:lnTo>
                  <a:lnTo>
                    <a:pt x="84" y="171"/>
                  </a:lnTo>
                  <a:lnTo>
                    <a:pt x="265" y="171"/>
                  </a:lnTo>
                  <a:lnTo>
                    <a:pt x="265" y="240"/>
                  </a:lnTo>
                  <a:lnTo>
                    <a:pt x="84" y="240"/>
                  </a:lnTo>
                  <a:lnTo>
                    <a:pt x="84" y="349"/>
                  </a:lnTo>
                  <a:lnTo>
                    <a:pt x="274" y="349"/>
                  </a:lnTo>
                  <a:lnTo>
                    <a:pt x="274" y="418"/>
                  </a:lnTo>
                  <a:lnTo>
                    <a:pt x="0" y="4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71464369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Slide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C26BCD12-7DB4-4D44-8711-A9A8111DE6D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438800" y="2678400"/>
            <a:ext cx="3193200" cy="1392590"/>
            <a:chOff x="0" y="904"/>
            <a:chExt cx="5760" cy="2512"/>
          </a:xfrm>
          <a:solidFill>
            <a:schemeClr val="bg1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CF6FF89-163C-407A-9EB8-8EB6054829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904"/>
              <a:ext cx="2515" cy="2512"/>
            </a:xfrm>
            <a:custGeom>
              <a:avLst/>
              <a:gdLst>
                <a:gd name="T0" fmla="*/ 1290 w 5167"/>
                <a:gd name="T1" fmla="*/ 1290 h 5162"/>
                <a:gd name="T2" fmla="*/ 2583 w 5167"/>
                <a:gd name="T3" fmla="*/ 1 h 5162"/>
                <a:gd name="T4" fmla="*/ 3872 w 5167"/>
                <a:gd name="T5" fmla="*/ 1290 h 5162"/>
                <a:gd name="T6" fmla="*/ 1290 w 5167"/>
                <a:gd name="T7" fmla="*/ 1290 h 5162"/>
                <a:gd name="T8" fmla="*/ 1290 w 5167"/>
                <a:gd name="T9" fmla="*/ 3872 h 5162"/>
                <a:gd name="T10" fmla="*/ 2581 w 5167"/>
                <a:gd name="T11" fmla="*/ 2581 h 5162"/>
                <a:gd name="T12" fmla="*/ 1290 w 5167"/>
                <a:gd name="T13" fmla="*/ 1290 h 5162"/>
                <a:gd name="T14" fmla="*/ 1290 w 5167"/>
                <a:gd name="T15" fmla="*/ 1290 h 5162"/>
                <a:gd name="T16" fmla="*/ 1 w 5167"/>
                <a:gd name="T17" fmla="*/ 2583 h 5162"/>
                <a:gd name="T18" fmla="*/ 1290 w 5167"/>
                <a:gd name="T19" fmla="*/ 3872 h 5162"/>
                <a:gd name="T20" fmla="*/ 1290 w 5167"/>
                <a:gd name="T21" fmla="*/ 3872 h 5162"/>
                <a:gd name="T22" fmla="*/ 2583 w 5167"/>
                <a:gd name="T23" fmla="*/ 5161 h 5162"/>
                <a:gd name="T24" fmla="*/ 3872 w 5167"/>
                <a:gd name="T25" fmla="*/ 3872 h 5162"/>
                <a:gd name="T26" fmla="*/ 1290 w 5167"/>
                <a:gd name="T27" fmla="*/ 3872 h 5162"/>
                <a:gd name="T28" fmla="*/ 2581 w 5167"/>
                <a:gd name="T29" fmla="*/ 2581 h 5162"/>
                <a:gd name="T30" fmla="*/ 3872 w 5167"/>
                <a:gd name="T31" fmla="*/ 3872 h 5162"/>
                <a:gd name="T32" fmla="*/ 3872 w 5167"/>
                <a:gd name="T33" fmla="*/ 3872 h 5162"/>
                <a:gd name="T34" fmla="*/ 5165 w 5167"/>
                <a:gd name="T35" fmla="*/ 2583 h 5162"/>
                <a:gd name="T36" fmla="*/ 3877 w 5167"/>
                <a:gd name="T37" fmla="*/ 1290 h 5162"/>
                <a:gd name="T38" fmla="*/ 3872 w 5167"/>
                <a:gd name="T39" fmla="*/ 1290 h 5162"/>
                <a:gd name="T40" fmla="*/ 2582 w 5167"/>
                <a:gd name="T41" fmla="*/ 2581 h 5162"/>
                <a:gd name="T42" fmla="*/ 2581 w 5167"/>
                <a:gd name="T43" fmla="*/ 2581 h 5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167" h="5162">
                  <a:moveTo>
                    <a:pt x="1290" y="1290"/>
                  </a:moveTo>
                  <a:cubicBezTo>
                    <a:pt x="1291" y="577"/>
                    <a:pt x="1870" y="0"/>
                    <a:pt x="2583" y="1"/>
                  </a:cubicBezTo>
                  <a:cubicBezTo>
                    <a:pt x="3295" y="2"/>
                    <a:pt x="3871" y="579"/>
                    <a:pt x="3872" y="1290"/>
                  </a:cubicBezTo>
                  <a:lnTo>
                    <a:pt x="1290" y="1290"/>
                  </a:lnTo>
                  <a:close/>
                  <a:moveTo>
                    <a:pt x="1290" y="3872"/>
                  </a:moveTo>
                  <a:cubicBezTo>
                    <a:pt x="1290" y="3159"/>
                    <a:pt x="1868" y="2581"/>
                    <a:pt x="2581" y="2581"/>
                  </a:cubicBezTo>
                  <a:cubicBezTo>
                    <a:pt x="1868" y="2581"/>
                    <a:pt x="1290" y="2003"/>
                    <a:pt x="1290" y="1290"/>
                  </a:cubicBezTo>
                  <a:cubicBezTo>
                    <a:pt x="1290" y="1290"/>
                    <a:pt x="1290" y="1290"/>
                    <a:pt x="1290" y="1290"/>
                  </a:cubicBezTo>
                  <a:cubicBezTo>
                    <a:pt x="577" y="1291"/>
                    <a:pt x="0" y="1870"/>
                    <a:pt x="1" y="2583"/>
                  </a:cubicBezTo>
                  <a:cubicBezTo>
                    <a:pt x="3" y="3295"/>
                    <a:pt x="579" y="3871"/>
                    <a:pt x="1290" y="3872"/>
                  </a:cubicBezTo>
                  <a:close/>
                  <a:moveTo>
                    <a:pt x="1290" y="3872"/>
                  </a:moveTo>
                  <a:cubicBezTo>
                    <a:pt x="1291" y="4585"/>
                    <a:pt x="1870" y="5162"/>
                    <a:pt x="2583" y="5161"/>
                  </a:cubicBezTo>
                  <a:cubicBezTo>
                    <a:pt x="3295" y="5160"/>
                    <a:pt x="3871" y="4584"/>
                    <a:pt x="3872" y="3872"/>
                  </a:cubicBezTo>
                  <a:lnTo>
                    <a:pt x="1290" y="3872"/>
                  </a:lnTo>
                  <a:close/>
                  <a:moveTo>
                    <a:pt x="2581" y="2581"/>
                  </a:moveTo>
                  <a:cubicBezTo>
                    <a:pt x="3294" y="2581"/>
                    <a:pt x="3872" y="3159"/>
                    <a:pt x="3872" y="3872"/>
                  </a:cubicBezTo>
                  <a:cubicBezTo>
                    <a:pt x="3872" y="3872"/>
                    <a:pt x="3872" y="3872"/>
                    <a:pt x="3872" y="3872"/>
                  </a:cubicBezTo>
                  <a:cubicBezTo>
                    <a:pt x="4585" y="3873"/>
                    <a:pt x="5164" y="3296"/>
                    <a:pt x="5165" y="2583"/>
                  </a:cubicBezTo>
                  <a:cubicBezTo>
                    <a:pt x="5167" y="1870"/>
                    <a:pt x="4590" y="1291"/>
                    <a:pt x="3877" y="1290"/>
                  </a:cubicBezTo>
                  <a:cubicBezTo>
                    <a:pt x="3875" y="1290"/>
                    <a:pt x="3874" y="1290"/>
                    <a:pt x="3872" y="1290"/>
                  </a:cubicBezTo>
                  <a:cubicBezTo>
                    <a:pt x="3872" y="2003"/>
                    <a:pt x="3295" y="2581"/>
                    <a:pt x="2582" y="2581"/>
                  </a:cubicBezTo>
                  <a:cubicBezTo>
                    <a:pt x="2582" y="2581"/>
                    <a:pt x="2581" y="2581"/>
                    <a:pt x="2581" y="25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97916652-011A-45CD-A68B-40871D2EBA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37" y="1676"/>
              <a:ext cx="83" cy="4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922477D-F97D-4CFC-92EC-15B96704A7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94" y="1676"/>
              <a:ext cx="331" cy="417"/>
            </a:xfrm>
            <a:custGeom>
              <a:avLst/>
              <a:gdLst>
                <a:gd name="T0" fmla="*/ 0 w 331"/>
                <a:gd name="T1" fmla="*/ 417 h 417"/>
                <a:gd name="T2" fmla="*/ 0 w 331"/>
                <a:gd name="T3" fmla="*/ 0 h 417"/>
                <a:gd name="T4" fmla="*/ 78 w 331"/>
                <a:gd name="T5" fmla="*/ 0 h 417"/>
                <a:gd name="T6" fmla="*/ 249 w 331"/>
                <a:gd name="T7" fmla="*/ 279 h 417"/>
                <a:gd name="T8" fmla="*/ 249 w 331"/>
                <a:gd name="T9" fmla="*/ 0 h 417"/>
                <a:gd name="T10" fmla="*/ 331 w 331"/>
                <a:gd name="T11" fmla="*/ 0 h 417"/>
                <a:gd name="T12" fmla="*/ 331 w 331"/>
                <a:gd name="T13" fmla="*/ 417 h 417"/>
                <a:gd name="T14" fmla="*/ 253 w 331"/>
                <a:gd name="T15" fmla="*/ 417 h 417"/>
                <a:gd name="T16" fmla="*/ 82 w 331"/>
                <a:gd name="T17" fmla="*/ 137 h 417"/>
                <a:gd name="T18" fmla="*/ 82 w 331"/>
                <a:gd name="T19" fmla="*/ 417 h 417"/>
                <a:gd name="T20" fmla="*/ 0 w 331"/>
                <a:gd name="T21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1" h="417">
                  <a:moveTo>
                    <a:pt x="0" y="417"/>
                  </a:moveTo>
                  <a:lnTo>
                    <a:pt x="0" y="0"/>
                  </a:lnTo>
                  <a:lnTo>
                    <a:pt x="78" y="0"/>
                  </a:lnTo>
                  <a:lnTo>
                    <a:pt x="249" y="279"/>
                  </a:lnTo>
                  <a:lnTo>
                    <a:pt x="249" y="0"/>
                  </a:lnTo>
                  <a:lnTo>
                    <a:pt x="331" y="0"/>
                  </a:lnTo>
                  <a:lnTo>
                    <a:pt x="331" y="417"/>
                  </a:lnTo>
                  <a:lnTo>
                    <a:pt x="253" y="417"/>
                  </a:lnTo>
                  <a:lnTo>
                    <a:pt x="82" y="137"/>
                  </a:lnTo>
                  <a:lnTo>
                    <a:pt x="82" y="417"/>
                  </a:lnTo>
                  <a:lnTo>
                    <a:pt x="0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FF204047-1CAA-44D0-B858-2191767110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67" y="1676"/>
              <a:ext cx="359" cy="417"/>
            </a:xfrm>
            <a:custGeom>
              <a:avLst/>
              <a:gdLst>
                <a:gd name="T0" fmla="*/ 284 w 737"/>
                <a:gd name="T1" fmla="*/ 857 h 857"/>
                <a:gd name="T2" fmla="*/ 108 w 737"/>
                <a:gd name="T3" fmla="*/ 424 h 857"/>
                <a:gd name="T4" fmla="*/ 0 w 737"/>
                <a:gd name="T5" fmla="*/ 0 h 857"/>
                <a:gd name="T6" fmla="*/ 184 w 737"/>
                <a:gd name="T7" fmla="*/ 0 h 857"/>
                <a:gd name="T8" fmla="*/ 261 w 737"/>
                <a:gd name="T9" fmla="*/ 343 h 857"/>
                <a:gd name="T10" fmla="*/ 375 w 737"/>
                <a:gd name="T11" fmla="*/ 678 h 857"/>
                <a:gd name="T12" fmla="*/ 488 w 737"/>
                <a:gd name="T13" fmla="*/ 343 h 857"/>
                <a:gd name="T14" fmla="*/ 565 w 737"/>
                <a:gd name="T15" fmla="*/ 0 h 857"/>
                <a:gd name="T16" fmla="*/ 737 w 737"/>
                <a:gd name="T17" fmla="*/ 0 h 857"/>
                <a:gd name="T18" fmla="*/ 627 w 737"/>
                <a:gd name="T19" fmla="*/ 433 h 857"/>
                <a:gd name="T20" fmla="*/ 455 w 737"/>
                <a:gd name="T21" fmla="*/ 857 h 857"/>
                <a:gd name="T22" fmla="*/ 284 w 737"/>
                <a:gd name="T23" fmla="*/ 857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37" h="857">
                  <a:moveTo>
                    <a:pt x="284" y="857"/>
                  </a:moveTo>
                  <a:cubicBezTo>
                    <a:pt x="216" y="717"/>
                    <a:pt x="157" y="572"/>
                    <a:pt x="108" y="424"/>
                  </a:cubicBezTo>
                  <a:cubicBezTo>
                    <a:pt x="62" y="285"/>
                    <a:pt x="26" y="144"/>
                    <a:pt x="0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203" y="116"/>
                    <a:pt x="229" y="230"/>
                    <a:pt x="261" y="343"/>
                  </a:cubicBezTo>
                  <a:cubicBezTo>
                    <a:pt x="292" y="452"/>
                    <a:pt x="330" y="564"/>
                    <a:pt x="375" y="678"/>
                  </a:cubicBezTo>
                  <a:cubicBezTo>
                    <a:pt x="419" y="563"/>
                    <a:pt x="457" y="451"/>
                    <a:pt x="488" y="343"/>
                  </a:cubicBezTo>
                  <a:cubicBezTo>
                    <a:pt x="520" y="230"/>
                    <a:pt x="546" y="115"/>
                    <a:pt x="565" y="0"/>
                  </a:cubicBezTo>
                  <a:cubicBezTo>
                    <a:pt x="737" y="0"/>
                    <a:pt x="737" y="0"/>
                    <a:pt x="737" y="0"/>
                  </a:cubicBezTo>
                  <a:cubicBezTo>
                    <a:pt x="711" y="147"/>
                    <a:pt x="674" y="292"/>
                    <a:pt x="627" y="433"/>
                  </a:cubicBezTo>
                  <a:cubicBezTo>
                    <a:pt x="579" y="578"/>
                    <a:pt x="522" y="720"/>
                    <a:pt x="455" y="857"/>
                  </a:cubicBezTo>
                  <a:lnTo>
                    <a:pt x="284" y="8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240DE71-3B02-4A44-9C55-639D051E65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67" y="1676"/>
              <a:ext cx="274" cy="417"/>
            </a:xfrm>
            <a:custGeom>
              <a:avLst/>
              <a:gdLst>
                <a:gd name="T0" fmla="*/ 0 w 274"/>
                <a:gd name="T1" fmla="*/ 417 h 417"/>
                <a:gd name="T2" fmla="*/ 0 w 274"/>
                <a:gd name="T3" fmla="*/ 0 h 417"/>
                <a:gd name="T4" fmla="*/ 274 w 274"/>
                <a:gd name="T5" fmla="*/ 0 h 417"/>
                <a:gd name="T6" fmla="*/ 274 w 274"/>
                <a:gd name="T7" fmla="*/ 69 h 417"/>
                <a:gd name="T8" fmla="*/ 84 w 274"/>
                <a:gd name="T9" fmla="*/ 69 h 417"/>
                <a:gd name="T10" fmla="*/ 84 w 274"/>
                <a:gd name="T11" fmla="*/ 170 h 417"/>
                <a:gd name="T12" fmla="*/ 265 w 274"/>
                <a:gd name="T13" fmla="*/ 170 h 417"/>
                <a:gd name="T14" fmla="*/ 265 w 274"/>
                <a:gd name="T15" fmla="*/ 239 h 417"/>
                <a:gd name="T16" fmla="*/ 84 w 274"/>
                <a:gd name="T17" fmla="*/ 239 h 417"/>
                <a:gd name="T18" fmla="*/ 84 w 274"/>
                <a:gd name="T19" fmla="*/ 348 h 417"/>
                <a:gd name="T20" fmla="*/ 274 w 274"/>
                <a:gd name="T21" fmla="*/ 348 h 417"/>
                <a:gd name="T22" fmla="*/ 274 w 274"/>
                <a:gd name="T23" fmla="*/ 417 h 417"/>
                <a:gd name="T24" fmla="*/ 0 w 274"/>
                <a:gd name="T25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417">
                  <a:moveTo>
                    <a:pt x="0" y="417"/>
                  </a:moveTo>
                  <a:lnTo>
                    <a:pt x="0" y="0"/>
                  </a:lnTo>
                  <a:lnTo>
                    <a:pt x="274" y="0"/>
                  </a:lnTo>
                  <a:lnTo>
                    <a:pt x="274" y="69"/>
                  </a:lnTo>
                  <a:lnTo>
                    <a:pt x="84" y="69"/>
                  </a:lnTo>
                  <a:lnTo>
                    <a:pt x="84" y="170"/>
                  </a:lnTo>
                  <a:lnTo>
                    <a:pt x="265" y="170"/>
                  </a:lnTo>
                  <a:lnTo>
                    <a:pt x="265" y="239"/>
                  </a:lnTo>
                  <a:lnTo>
                    <a:pt x="84" y="239"/>
                  </a:lnTo>
                  <a:lnTo>
                    <a:pt x="84" y="348"/>
                  </a:lnTo>
                  <a:lnTo>
                    <a:pt x="274" y="348"/>
                  </a:lnTo>
                  <a:lnTo>
                    <a:pt x="274" y="417"/>
                  </a:lnTo>
                  <a:lnTo>
                    <a:pt x="0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A53257B-335A-48CD-823F-07C3EB7507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05" y="1676"/>
              <a:ext cx="332" cy="417"/>
            </a:xfrm>
            <a:custGeom>
              <a:avLst/>
              <a:gdLst>
                <a:gd name="T0" fmla="*/ 0 w 332"/>
                <a:gd name="T1" fmla="*/ 417 h 417"/>
                <a:gd name="T2" fmla="*/ 0 w 332"/>
                <a:gd name="T3" fmla="*/ 0 h 417"/>
                <a:gd name="T4" fmla="*/ 79 w 332"/>
                <a:gd name="T5" fmla="*/ 0 h 417"/>
                <a:gd name="T6" fmla="*/ 250 w 332"/>
                <a:gd name="T7" fmla="*/ 279 h 417"/>
                <a:gd name="T8" fmla="*/ 250 w 332"/>
                <a:gd name="T9" fmla="*/ 0 h 417"/>
                <a:gd name="T10" fmla="*/ 332 w 332"/>
                <a:gd name="T11" fmla="*/ 0 h 417"/>
                <a:gd name="T12" fmla="*/ 332 w 332"/>
                <a:gd name="T13" fmla="*/ 417 h 417"/>
                <a:gd name="T14" fmla="*/ 254 w 332"/>
                <a:gd name="T15" fmla="*/ 417 h 417"/>
                <a:gd name="T16" fmla="*/ 82 w 332"/>
                <a:gd name="T17" fmla="*/ 137 h 417"/>
                <a:gd name="T18" fmla="*/ 82 w 332"/>
                <a:gd name="T19" fmla="*/ 417 h 417"/>
                <a:gd name="T20" fmla="*/ 0 w 332"/>
                <a:gd name="T21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2" h="417">
                  <a:moveTo>
                    <a:pt x="0" y="417"/>
                  </a:moveTo>
                  <a:lnTo>
                    <a:pt x="0" y="0"/>
                  </a:lnTo>
                  <a:lnTo>
                    <a:pt x="79" y="0"/>
                  </a:lnTo>
                  <a:lnTo>
                    <a:pt x="250" y="279"/>
                  </a:lnTo>
                  <a:lnTo>
                    <a:pt x="250" y="0"/>
                  </a:lnTo>
                  <a:lnTo>
                    <a:pt x="332" y="0"/>
                  </a:lnTo>
                  <a:lnTo>
                    <a:pt x="332" y="417"/>
                  </a:lnTo>
                  <a:lnTo>
                    <a:pt x="254" y="417"/>
                  </a:lnTo>
                  <a:lnTo>
                    <a:pt x="82" y="137"/>
                  </a:lnTo>
                  <a:lnTo>
                    <a:pt x="82" y="417"/>
                  </a:lnTo>
                  <a:lnTo>
                    <a:pt x="0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CE4E6010-6819-43AB-AD54-9D39349E80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8" y="1676"/>
              <a:ext cx="324" cy="417"/>
            </a:xfrm>
            <a:custGeom>
              <a:avLst/>
              <a:gdLst>
                <a:gd name="T0" fmla="*/ 324 w 324"/>
                <a:gd name="T1" fmla="*/ 0 h 417"/>
                <a:gd name="T2" fmla="*/ 324 w 324"/>
                <a:gd name="T3" fmla="*/ 70 h 417"/>
                <a:gd name="T4" fmla="*/ 203 w 324"/>
                <a:gd name="T5" fmla="*/ 70 h 417"/>
                <a:gd name="T6" fmla="*/ 203 w 324"/>
                <a:gd name="T7" fmla="*/ 417 h 417"/>
                <a:gd name="T8" fmla="*/ 120 w 324"/>
                <a:gd name="T9" fmla="*/ 417 h 417"/>
                <a:gd name="T10" fmla="*/ 120 w 324"/>
                <a:gd name="T11" fmla="*/ 70 h 417"/>
                <a:gd name="T12" fmla="*/ 0 w 324"/>
                <a:gd name="T13" fmla="*/ 70 h 417"/>
                <a:gd name="T14" fmla="*/ 0 w 324"/>
                <a:gd name="T15" fmla="*/ 0 h 417"/>
                <a:gd name="T16" fmla="*/ 324 w 324"/>
                <a:gd name="T17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4" h="417">
                  <a:moveTo>
                    <a:pt x="324" y="0"/>
                  </a:moveTo>
                  <a:lnTo>
                    <a:pt x="324" y="70"/>
                  </a:lnTo>
                  <a:lnTo>
                    <a:pt x="203" y="70"/>
                  </a:lnTo>
                  <a:lnTo>
                    <a:pt x="203" y="417"/>
                  </a:lnTo>
                  <a:lnTo>
                    <a:pt x="120" y="417"/>
                  </a:lnTo>
                  <a:lnTo>
                    <a:pt x="120" y="70"/>
                  </a:lnTo>
                  <a:lnTo>
                    <a:pt x="0" y="70"/>
                  </a:lnTo>
                  <a:lnTo>
                    <a:pt x="0" y="0"/>
                  </a:lnTo>
                  <a:lnTo>
                    <a:pt x="3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0DB8BFF6-67D5-4669-9AD2-249B145228C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864" y="1676"/>
              <a:ext cx="83" cy="4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4CA38205-F013-4D25-9410-0FC502544A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26" y="1676"/>
              <a:ext cx="332" cy="417"/>
            </a:xfrm>
            <a:custGeom>
              <a:avLst/>
              <a:gdLst>
                <a:gd name="T0" fmla="*/ 0 w 332"/>
                <a:gd name="T1" fmla="*/ 417 h 417"/>
                <a:gd name="T2" fmla="*/ 0 w 332"/>
                <a:gd name="T3" fmla="*/ 0 h 417"/>
                <a:gd name="T4" fmla="*/ 79 w 332"/>
                <a:gd name="T5" fmla="*/ 0 h 417"/>
                <a:gd name="T6" fmla="*/ 250 w 332"/>
                <a:gd name="T7" fmla="*/ 279 h 417"/>
                <a:gd name="T8" fmla="*/ 250 w 332"/>
                <a:gd name="T9" fmla="*/ 0 h 417"/>
                <a:gd name="T10" fmla="*/ 332 w 332"/>
                <a:gd name="T11" fmla="*/ 0 h 417"/>
                <a:gd name="T12" fmla="*/ 332 w 332"/>
                <a:gd name="T13" fmla="*/ 417 h 417"/>
                <a:gd name="T14" fmla="*/ 254 w 332"/>
                <a:gd name="T15" fmla="*/ 417 h 417"/>
                <a:gd name="T16" fmla="*/ 82 w 332"/>
                <a:gd name="T17" fmla="*/ 137 h 417"/>
                <a:gd name="T18" fmla="*/ 82 w 332"/>
                <a:gd name="T19" fmla="*/ 417 h 417"/>
                <a:gd name="T20" fmla="*/ 0 w 332"/>
                <a:gd name="T21" fmla="*/ 417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2" h="417">
                  <a:moveTo>
                    <a:pt x="0" y="417"/>
                  </a:moveTo>
                  <a:lnTo>
                    <a:pt x="0" y="0"/>
                  </a:lnTo>
                  <a:lnTo>
                    <a:pt x="79" y="0"/>
                  </a:lnTo>
                  <a:lnTo>
                    <a:pt x="250" y="279"/>
                  </a:lnTo>
                  <a:lnTo>
                    <a:pt x="250" y="0"/>
                  </a:lnTo>
                  <a:lnTo>
                    <a:pt x="332" y="0"/>
                  </a:lnTo>
                  <a:lnTo>
                    <a:pt x="332" y="417"/>
                  </a:lnTo>
                  <a:lnTo>
                    <a:pt x="254" y="417"/>
                  </a:lnTo>
                  <a:lnTo>
                    <a:pt x="82" y="137"/>
                  </a:lnTo>
                  <a:lnTo>
                    <a:pt x="82" y="417"/>
                  </a:lnTo>
                  <a:lnTo>
                    <a:pt x="0" y="4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446E0708-B50D-436E-B349-CE677ED548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5" y="1666"/>
              <a:ext cx="345" cy="436"/>
            </a:xfrm>
            <a:custGeom>
              <a:avLst/>
              <a:gdLst>
                <a:gd name="T0" fmla="*/ 370 w 708"/>
                <a:gd name="T1" fmla="*/ 896 h 896"/>
                <a:gd name="T2" fmla="*/ 0 w 708"/>
                <a:gd name="T3" fmla="*/ 455 h 896"/>
                <a:gd name="T4" fmla="*/ 91 w 708"/>
                <a:gd name="T5" fmla="*/ 121 h 896"/>
                <a:gd name="T6" fmla="*/ 379 w 708"/>
                <a:gd name="T7" fmla="*/ 1 h 896"/>
                <a:gd name="T8" fmla="*/ 543 w 708"/>
                <a:gd name="T9" fmla="*/ 27 h 896"/>
                <a:gd name="T10" fmla="*/ 683 w 708"/>
                <a:gd name="T11" fmla="*/ 113 h 896"/>
                <a:gd name="T12" fmla="*/ 606 w 708"/>
                <a:gd name="T13" fmla="*/ 224 h 896"/>
                <a:gd name="T14" fmla="*/ 505 w 708"/>
                <a:gd name="T15" fmla="*/ 162 h 896"/>
                <a:gd name="T16" fmla="*/ 393 w 708"/>
                <a:gd name="T17" fmla="*/ 143 h 896"/>
                <a:gd name="T18" fmla="*/ 224 w 708"/>
                <a:gd name="T19" fmla="*/ 220 h 896"/>
                <a:gd name="T20" fmla="*/ 174 w 708"/>
                <a:gd name="T21" fmla="*/ 455 h 896"/>
                <a:gd name="T22" fmla="*/ 221 w 708"/>
                <a:gd name="T23" fmla="*/ 684 h 896"/>
                <a:gd name="T24" fmla="*/ 369 w 708"/>
                <a:gd name="T25" fmla="*/ 753 h 896"/>
                <a:gd name="T26" fmla="*/ 500 w 708"/>
                <a:gd name="T27" fmla="*/ 703 h 896"/>
                <a:gd name="T28" fmla="*/ 540 w 708"/>
                <a:gd name="T29" fmla="*/ 562 h 896"/>
                <a:gd name="T30" fmla="*/ 540 w 708"/>
                <a:gd name="T31" fmla="*/ 522 h 896"/>
                <a:gd name="T32" fmla="*/ 361 w 708"/>
                <a:gd name="T33" fmla="*/ 522 h 896"/>
                <a:gd name="T34" fmla="*/ 361 w 708"/>
                <a:gd name="T35" fmla="*/ 379 h 896"/>
                <a:gd name="T36" fmla="*/ 708 w 708"/>
                <a:gd name="T37" fmla="*/ 379 h 896"/>
                <a:gd name="T38" fmla="*/ 708 w 708"/>
                <a:gd name="T39" fmla="*/ 546 h 896"/>
                <a:gd name="T40" fmla="*/ 627 w 708"/>
                <a:gd name="T41" fmla="*/ 803 h 896"/>
                <a:gd name="T42" fmla="*/ 370 w 708"/>
                <a:gd name="T43" fmla="*/ 896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8" h="896">
                  <a:moveTo>
                    <a:pt x="370" y="896"/>
                  </a:moveTo>
                  <a:cubicBezTo>
                    <a:pt x="123" y="896"/>
                    <a:pt x="0" y="749"/>
                    <a:pt x="0" y="455"/>
                  </a:cubicBezTo>
                  <a:cubicBezTo>
                    <a:pt x="0" y="312"/>
                    <a:pt x="30" y="201"/>
                    <a:pt x="91" y="121"/>
                  </a:cubicBezTo>
                  <a:cubicBezTo>
                    <a:pt x="152" y="41"/>
                    <a:pt x="248" y="1"/>
                    <a:pt x="379" y="1"/>
                  </a:cubicBezTo>
                  <a:cubicBezTo>
                    <a:pt x="435" y="0"/>
                    <a:pt x="491" y="9"/>
                    <a:pt x="543" y="27"/>
                  </a:cubicBezTo>
                  <a:cubicBezTo>
                    <a:pt x="595" y="46"/>
                    <a:pt x="643" y="75"/>
                    <a:pt x="683" y="113"/>
                  </a:cubicBezTo>
                  <a:cubicBezTo>
                    <a:pt x="606" y="224"/>
                    <a:pt x="606" y="224"/>
                    <a:pt x="606" y="224"/>
                  </a:cubicBezTo>
                  <a:cubicBezTo>
                    <a:pt x="577" y="197"/>
                    <a:pt x="543" y="176"/>
                    <a:pt x="505" y="162"/>
                  </a:cubicBezTo>
                  <a:cubicBezTo>
                    <a:pt x="469" y="149"/>
                    <a:pt x="431" y="143"/>
                    <a:pt x="393" y="143"/>
                  </a:cubicBezTo>
                  <a:cubicBezTo>
                    <a:pt x="313" y="143"/>
                    <a:pt x="256" y="169"/>
                    <a:pt x="224" y="220"/>
                  </a:cubicBezTo>
                  <a:cubicBezTo>
                    <a:pt x="191" y="271"/>
                    <a:pt x="174" y="349"/>
                    <a:pt x="174" y="455"/>
                  </a:cubicBezTo>
                  <a:cubicBezTo>
                    <a:pt x="174" y="561"/>
                    <a:pt x="190" y="637"/>
                    <a:pt x="221" y="684"/>
                  </a:cubicBezTo>
                  <a:cubicBezTo>
                    <a:pt x="254" y="731"/>
                    <a:pt x="311" y="758"/>
                    <a:pt x="369" y="753"/>
                  </a:cubicBezTo>
                  <a:cubicBezTo>
                    <a:pt x="418" y="758"/>
                    <a:pt x="467" y="739"/>
                    <a:pt x="500" y="703"/>
                  </a:cubicBezTo>
                  <a:cubicBezTo>
                    <a:pt x="529" y="662"/>
                    <a:pt x="544" y="612"/>
                    <a:pt x="540" y="562"/>
                  </a:cubicBezTo>
                  <a:cubicBezTo>
                    <a:pt x="540" y="522"/>
                    <a:pt x="540" y="522"/>
                    <a:pt x="540" y="522"/>
                  </a:cubicBezTo>
                  <a:cubicBezTo>
                    <a:pt x="361" y="522"/>
                    <a:pt x="361" y="522"/>
                    <a:pt x="361" y="522"/>
                  </a:cubicBezTo>
                  <a:cubicBezTo>
                    <a:pt x="361" y="379"/>
                    <a:pt x="361" y="379"/>
                    <a:pt x="361" y="379"/>
                  </a:cubicBezTo>
                  <a:cubicBezTo>
                    <a:pt x="708" y="379"/>
                    <a:pt x="708" y="379"/>
                    <a:pt x="708" y="379"/>
                  </a:cubicBezTo>
                  <a:cubicBezTo>
                    <a:pt x="708" y="546"/>
                    <a:pt x="708" y="546"/>
                    <a:pt x="708" y="546"/>
                  </a:cubicBezTo>
                  <a:cubicBezTo>
                    <a:pt x="708" y="655"/>
                    <a:pt x="681" y="741"/>
                    <a:pt x="627" y="803"/>
                  </a:cubicBezTo>
                  <a:cubicBezTo>
                    <a:pt x="573" y="865"/>
                    <a:pt x="488" y="896"/>
                    <a:pt x="370" y="8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A9CEA2F8-7EB9-455D-B22D-D6BAE003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37" y="2227"/>
              <a:ext cx="265" cy="418"/>
            </a:xfrm>
            <a:custGeom>
              <a:avLst/>
              <a:gdLst>
                <a:gd name="T0" fmla="*/ 0 w 265"/>
                <a:gd name="T1" fmla="*/ 418 h 418"/>
                <a:gd name="T2" fmla="*/ 0 w 265"/>
                <a:gd name="T3" fmla="*/ 0 h 418"/>
                <a:gd name="T4" fmla="*/ 265 w 265"/>
                <a:gd name="T5" fmla="*/ 0 h 418"/>
                <a:gd name="T6" fmla="*/ 265 w 265"/>
                <a:gd name="T7" fmla="*/ 70 h 418"/>
                <a:gd name="T8" fmla="*/ 83 w 265"/>
                <a:gd name="T9" fmla="*/ 70 h 418"/>
                <a:gd name="T10" fmla="*/ 83 w 265"/>
                <a:gd name="T11" fmla="*/ 182 h 418"/>
                <a:gd name="T12" fmla="*/ 253 w 265"/>
                <a:gd name="T13" fmla="*/ 182 h 418"/>
                <a:gd name="T14" fmla="*/ 253 w 265"/>
                <a:gd name="T15" fmla="*/ 252 h 418"/>
                <a:gd name="T16" fmla="*/ 83 w 265"/>
                <a:gd name="T17" fmla="*/ 252 h 418"/>
                <a:gd name="T18" fmla="*/ 83 w 265"/>
                <a:gd name="T19" fmla="*/ 418 h 418"/>
                <a:gd name="T20" fmla="*/ 0 w 265"/>
                <a:gd name="T21" fmla="*/ 418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5" h="418">
                  <a:moveTo>
                    <a:pt x="0" y="418"/>
                  </a:moveTo>
                  <a:lnTo>
                    <a:pt x="0" y="0"/>
                  </a:lnTo>
                  <a:lnTo>
                    <a:pt x="265" y="0"/>
                  </a:lnTo>
                  <a:lnTo>
                    <a:pt x="265" y="70"/>
                  </a:lnTo>
                  <a:lnTo>
                    <a:pt x="83" y="70"/>
                  </a:lnTo>
                  <a:lnTo>
                    <a:pt x="83" y="182"/>
                  </a:lnTo>
                  <a:lnTo>
                    <a:pt x="253" y="182"/>
                  </a:lnTo>
                  <a:lnTo>
                    <a:pt x="253" y="252"/>
                  </a:lnTo>
                  <a:lnTo>
                    <a:pt x="83" y="252"/>
                  </a:lnTo>
                  <a:lnTo>
                    <a:pt x="83" y="418"/>
                  </a:lnTo>
                  <a:lnTo>
                    <a:pt x="0" y="4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BDD3820E-5FA6-4DA4-971C-EBEA3C8FB0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40" y="2218"/>
              <a:ext cx="365" cy="436"/>
            </a:xfrm>
            <a:custGeom>
              <a:avLst/>
              <a:gdLst>
                <a:gd name="T0" fmla="*/ 375 w 749"/>
                <a:gd name="T1" fmla="*/ 896 h 896"/>
                <a:gd name="T2" fmla="*/ 97 w 749"/>
                <a:gd name="T3" fmla="*/ 784 h 896"/>
                <a:gd name="T4" fmla="*/ 0 w 749"/>
                <a:gd name="T5" fmla="*/ 448 h 896"/>
                <a:gd name="T6" fmla="*/ 97 w 749"/>
                <a:gd name="T7" fmla="*/ 112 h 896"/>
                <a:gd name="T8" fmla="*/ 375 w 749"/>
                <a:gd name="T9" fmla="*/ 0 h 896"/>
                <a:gd name="T10" fmla="*/ 652 w 749"/>
                <a:gd name="T11" fmla="*/ 112 h 896"/>
                <a:gd name="T12" fmla="*/ 749 w 749"/>
                <a:gd name="T13" fmla="*/ 448 h 896"/>
                <a:gd name="T14" fmla="*/ 652 w 749"/>
                <a:gd name="T15" fmla="*/ 784 h 896"/>
                <a:gd name="T16" fmla="*/ 375 w 749"/>
                <a:gd name="T17" fmla="*/ 896 h 896"/>
                <a:gd name="T18" fmla="*/ 375 w 749"/>
                <a:gd name="T19" fmla="*/ 753 h 896"/>
                <a:gd name="T20" fmla="*/ 526 w 749"/>
                <a:gd name="T21" fmla="*/ 681 h 896"/>
                <a:gd name="T22" fmla="*/ 574 w 749"/>
                <a:gd name="T23" fmla="*/ 448 h 896"/>
                <a:gd name="T24" fmla="*/ 526 w 749"/>
                <a:gd name="T25" fmla="*/ 215 h 896"/>
                <a:gd name="T26" fmla="*/ 250 w 749"/>
                <a:gd name="T27" fmla="*/ 187 h 896"/>
                <a:gd name="T28" fmla="*/ 223 w 749"/>
                <a:gd name="T29" fmla="*/ 215 h 896"/>
                <a:gd name="T30" fmla="*/ 175 w 749"/>
                <a:gd name="T31" fmla="*/ 448 h 896"/>
                <a:gd name="T32" fmla="*/ 223 w 749"/>
                <a:gd name="T33" fmla="*/ 681 h 896"/>
                <a:gd name="T34" fmla="*/ 375 w 749"/>
                <a:gd name="T35" fmla="*/ 753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49" h="896">
                  <a:moveTo>
                    <a:pt x="375" y="896"/>
                  </a:moveTo>
                  <a:cubicBezTo>
                    <a:pt x="254" y="896"/>
                    <a:pt x="161" y="858"/>
                    <a:pt x="97" y="784"/>
                  </a:cubicBezTo>
                  <a:cubicBezTo>
                    <a:pt x="33" y="709"/>
                    <a:pt x="0" y="597"/>
                    <a:pt x="0" y="448"/>
                  </a:cubicBezTo>
                  <a:cubicBezTo>
                    <a:pt x="0" y="299"/>
                    <a:pt x="33" y="187"/>
                    <a:pt x="97" y="112"/>
                  </a:cubicBezTo>
                  <a:cubicBezTo>
                    <a:pt x="161" y="38"/>
                    <a:pt x="254" y="0"/>
                    <a:pt x="375" y="0"/>
                  </a:cubicBezTo>
                  <a:cubicBezTo>
                    <a:pt x="495" y="0"/>
                    <a:pt x="588" y="38"/>
                    <a:pt x="652" y="112"/>
                  </a:cubicBezTo>
                  <a:cubicBezTo>
                    <a:pt x="717" y="187"/>
                    <a:pt x="749" y="299"/>
                    <a:pt x="749" y="448"/>
                  </a:cubicBezTo>
                  <a:cubicBezTo>
                    <a:pt x="749" y="597"/>
                    <a:pt x="717" y="709"/>
                    <a:pt x="652" y="784"/>
                  </a:cubicBezTo>
                  <a:cubicBezTo>
                    <a:pt x="588" y="858"/>
                    <a:pt x="495" y="896"/>
                    <a:pt x="375" y="896"/>
                  </a:cubicBezTo>
                  <a:close/>
                  <a:moveTo>
                    <a:pt x="375" y="753"/>
                  </a:moveTo>
                  <a:cubicBezTo>
                    <a:pt x="434" y="758"/>
                    <a:pt x="492" y="730"/>
                    <a:pt x="526" y="681"/>
                  </a:cubicBezTo>
                  <a:cubicBezTo>
                    <a:pt x="558" y="633"/>
                    <a:pt x="574" y="555"/>
                    <a:pt x="574" y="448"/>
                  </a:cubicBezTo>
                  <a:cubicBezTo>
                    <a:pt x="574" y="341"/>
                    <a:pt x="558" y="263"/>
                    <a:pt x="526" y="215"/>
                  </a:cubicBezTo>
                  <a:cubicBezTo>
                    <a:pt x="458" y="131"/>
                    <a:pt x="334" y="119"/>
                    <a:pt x="250" y="187"/>
                  </a:cubicBezTo>
                  <a:cubicBezTo>
                    <a:pt x="240" y="196"/>
                    <a:pt x="231" y="205"/>
                    <a:pt x="223" y="215"/>
                  </a:cubicBezTo>
                  <a:cubicBezTo>
                    <a:pt x="191" y="263"/>
                    <a:pt x="175" y="341"/>
                    <a:pt x="175" y="448"/>
                  </a:cubicBezTo>
                  <a:cubicBezTo>
                    <a:pt x="175" y="555"/>
                    <a:pt x="191" y="633"/>
                    <a:pt x="223" y="681"/>
                  </a:cubicBezTo>
                  <a:cubicBezTo>
                    <a:pt x="257" y="730"/>
                    <a:pt x="315" y="758"/>
                    <a:pt x="375" y="7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76DC17F7-F40B-4089-93A0-0C3ED7633C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59" y="2227"/>
              <a:ext cx="335" cy="418"/>
            </a:xfrm>
            <a:custGeom>
              <a:avLst/>
              <a:gdLst>
                <a:gd name="T0" fmla="*/ 0 w 688"/>
                <a:gd name="T1" fmla="*/ 858 h 858"/>
                <a:gd name="T2" fmla="*/ 0 w 688"/>
                <a:gd name="T3" fmla="*/ 0 h 858"/>
                <a:gd name="T4" fmla="*/ 305 w 688"/>
                <a:gd name="T5" fmla="*/ 0 h 858"/>
                <a:gd name="T6" fmla="*/ 548 w 688"/>
                <a:gd name="T7" fmla="*/ 67 h 858"/>
                <a:gd name="T8" fmla="*/ 629 w 688"/>
                <a:gd name="T9" fmla="*/ 261 h 858"/>
                <a:gd name="T10" fmla="*/ 588 w 688"/>
                <a:gd name="T11" fmla="*/ 414 h 858"/>
                <a:gd name="T12" fmla="*/ 456 w 688"/>
                <a:gd name="T13" fmla="*/ 504 h 858"/>
                <a:gd name="T14" fmla="*/ 557 w 688"/>
                <a:gd name="T15" fmla="*/ 627 h 858"/>
                <a:gd name="T16" fmla="*/ 629 w 688"/>
                <a:gd name="T17" fmla="*/ 736 h 858"/>
                <a:gd name="T18" fmla="*/ 688 w 688"/>
                <a:gd name="T19" fmla="*/ 858 h 858"/>
                <a:gd name="T20" fmla="*/ 499 w 688"/>
                <a:gd name="T21" fmla="*/ 858 h 858"/>
                <a:gd name="T22" fmla="*/ 443 w 688"/>
                <a:gd name="T23" fmla="*/ 742 h 858"/>
                <a:gd name="T24" fmla="*/ 375 w 688"/>
                <a:gd name="T25" fmla="*/ 636 h 858"/>
                <a:gd name="T26" fmla="*/ 280 w 688"/>
                <a:gd name="T27" fmla="*/ 522 h 858"/>
                <a:gd name="T28" fmla="*/ 169 w 688"/>
                <a:gd name="T29" fmla="*/ 522 h 858"/>
                <a:gd name="T30" fmla="*/ 169 w 688"/>
                <a:gd name="T31" fmla="*/ 858 h 858"/>
                <a:gd name="T32" fmla="*/ 0 w 688"/>
                <a:gd name="T33" fmla="*/ 858 h 858"/>
                <a:gd name="T34" fmla="*/ 295 w 688"/>
                <a:gd name="T35" fmla="*/ 135 h 858"/>
                <a:gd name="T36" fmla="*/ 169 w 688"/>
                <a:gd name="T37" fmla="*/ 135 h 858"/>
                <a:gd name="T38" fmla="*/ 169 w 688"/>
                <a:gd name="T39" fmla="*/ 388 h 858"/>
                <a:gd name="T40" fmla="*/ 295 w 688"/>
                <a:gd name="T41" fmla="*/ 388 h 858"/>
                <a:gd name="T42" fmla="*/ 417 w 688"/>
                <a:gd name="T43" fmla="*/ 358 h 858"/>
                <a:gd name="T44" fmla="*/ 458 w 688"/>
                <a:gd name="T45" fmla="*/ 261 h 858"/>
                <a:gd name="T46" fmla="*/ 295 w 688"/>
                <a:gd name="T47" fmla="*/ 135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88" h="858">
                  <a:moveTo>
                    <a:pt x="0" y="85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413" y="0"/>
                    <a:pt x="494" y="23"/>
                    <a:pt x="548" y="67"/>
                  </a:cubicBezTo>
                  <a:cubicBezTo>
                    <a:pt x="604" y="115"/>
                    <a:pt x="634" y="187"/>
                    <a:pt x="629" y="261"/>
                  </a:cubicBezTo>
                  <a:cubicBezTo>
                    <a:pt x="631" y="315"/>
                    <a:pt x="617" y="369"/>
                    <a:pt x="588" y="414"/>
                  </a:cubicBezTo>
                  <a:cubicBezTo>
                    <a:pt x="556" y="459"/>
                    <a:pt x="509" y="491"/>
                    <a:pt x="456" y="504"/>
                  </a:cubicBezTo>
                  <a:cubicBezTo>
                    <a:pt x="496" y="549"/>
                    <a:pt x="530" y="590"/>
                    <a:pt x="557" y="627"/>
                  </a:cubicBezTo>
                  <a:cubicBezTo>
                    <a:pt x="584" y="662"/>
                    <a:pt x="608" y="698"/>
                    <a:pt x="629" y="736"/>
                  </a:cubicBezTo>
                  <a:cubicBezTo>
                    <a:pt x="651" y="776"/>
                    <a:pt x="671" y="816"/>
                    <a:pt x="688" y="858"/>
                  </a:cubicBezTo>
                  <a:cubicBezTo>
                    <a:pt x="499" y="858"/>
                    <a:pt x="499" y="858"/>
                    <a:pt x="499" y="858"/>
                  </a:cubicBezTo>
                  <a:cubicBezTo>
                    <a:pt x="482" y="818"/>
                    <a:pt x="464" y="779"/>
                    <a:pt x="443" y="742"/>
                  </a:cubicBezTo>
                  <a:cubicBezTo>
                    <a:pt x="423" y="705"/>
                    <a:pt x="400" y="670"/>
                    <a:pt x="375" y="636"/>
                  </a:cubicBezTo>
                  <a:cubicBezTo>
                    <a:pt x="349" y="601"/>
                    <a:pt x="317" y="563"/>
                    <a:pt x="280" y="522"/>
                  </a:cubicBezTo>
                  <a:cubicBezTo>
                    <a:pt x="169" y="522"/>
                    <a:pt x="169" y="522"/>
                    <a:pt x="169" y="522"/>
                  </a:cubicBezTo>
                  <a:cubicBezTo>
                    <a:pt x="169" y="858"/>
                    <a:pt x="169" y="858"/>
                    <a:pt x="169" y="858"/>
                  </a:cubicBezTo>
                  <a:lnTo>
                    <a:pt x="0" y="858"/>
                  </a:lnTo>
                  <a:close/>
                  <a:moveTo>
                    <a:pt x="295" y="135"/>
                  </a:moveTo>
                  <a:cubicBezTo>
                    <a:pt x="169" y="135"/>
                    <a:pt x="169" y="135"/>
                    <a:pt x="169" y="135"/>
                  </a:cubicBezTo>
                  <a:cubicBezTo>
                    <a:pt x="169" y="388"/>
                    <a:pt x="169" y="388"/>
                    <a:pt x="169" y="388"/>
                  </a:cubicBezTo>
                  <a:cubicBezTo>
                    <a:pt x="295" y="388"/>
                    <a:pt x="295" y="388"/>
                    <a:pt x="295" y="388"/>
                  </a:cubicBezTo>
                  <a:cubicBezTo>
                    <a:pt x="338" y="391"/>
                    <a:pt x="380" y="380"/>
                    <a:pt x="417" y="358"/>
                  </a:cubicBezTo>
                  <a:cubicBezTo>
                    <a:pt x="445" y="334"/>
                    <a:pt x="461" y="298"/>
                    <a:pt x="458" y="261"/>
                  </a:cubicBezTo>
                  <a:cubicBezTo>
                    <a:pt x="458" y="177"/>
                    <a:pt x="404" y="135"/>
                    <a:pt x="295" y="1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629504B7-118E-4CCB-9416-14871B967D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90" y="2227"/>
              <a:ext cx="262" cy="418"/>
            </a:xfrm>
            <a:custGeom>
              <a:avLst/>
              <a:gdLst>
                <a:gd name="T0" fmla="*/ 0 w 262"/>
                <a:gd name="T1" fmla="*/ 418 h 418"/>
                <a:gd name="T2" fmla="*/ 0 w 262"/>
                <a:gd name="T3" fmla="*/ 0 h 418"/>
                <a:gd name="T4" fmla="*/ 83 w 262"/>
                <a:gd name="T5" fmla="*/ 0 h 418"/>
                <a:gd name="T6" fmla="*/ 83 w 262"/>
                <a:gd name="T7" fmla="*/ 347 h 418"/>
                <a:gd name="T8" fmla="*/ 262 w 262"/>
                <a:gd name="T9" fmla="*/ 347 h 418"/>
                <a:gd name="T10" fmla="*/ 262 w 262"/>
                <a:gd name="T11" fmla="*/ 418 h 418"/>
                <a:gd name="T12" fmla="*/ 0 w 262"/>
                <a:gd name="T13" fmla="*/ 418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2" h="418">
                  <a:moveTo>
                    <a:pt x="0" y="41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347"/>
                  </a:lnTo>
                  <a:lnTo>
                    <a:pt x="262" y="347"/>
                  </a:lnTo>
                  <a:lnTo>
                    <a:pt x="262" y="418"/>
                  </a:lnTo>
                  <a:lnTo>
                    <a:pt x="0" y="4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1C637DAE-A6E1-4B99-A9AF-BDB3BDA0067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404" y="2227"/>
              <a:ext cx="83" cy="4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83A86385-75E1-45C7-9668-3676944718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61" y="2227"/>
              <a:ext cx="265" cy="418"/>
            </a:xfrm>
            <a:custGeom>
              <a:avLst/>
              <a:gdLst>
                <a:gd name="T0" fmla="*/ 0 w 265"/>
                <a:gd name="T1" fmla="*/ 418 h 418"/>
                <a:gd name="T2" fmla="*/ 0 w 265"/>
                <a:gd name="T3" fmla="*/ 0 h 418"/>
                <a:gd name="T4" fmla="*/ 265 w 265"/>
                <a:gd name="T5" fmla="*/ 0 h 418"/>
                <a:gd name="T6" fmla="*/ 265 w 265"/>
                <a:gd name="T7" fmla="*/ 70 h 418"/>
                <a:gd name="T8" fmla="*/ 83 w 265"/>
                <a:gd name="T9" fmla="*/ 70 h 418"/>
                <a:gd name="T10" fmla="*/ 83 w 265"/>
                <a:gd name="T11" fmla="*/ 182 h 418"/>
                <a:gd name="T12" fmla="*/ 253 w 265"/>
                <a:gd name="T13" fmla="*/ 182 h 418"/>
                <a:gd name="T14" fmla="*/ 253 w 265"/>
                <a:gd name="T15" fmla="*/ 252 h 418"/>
                <a:gd name="T16" fmla="*/ 83 w 265"/>
                <a:gd name="T17" fmla="*/ 252 h 418"/>
                <a:gd name="T18" fmla="*/ 83 w 265"/>
                <a:gd name="T19" fmla="*/ 418 h 418"/>
                <a:gd name="T20" fmla="*/ 0 w 265"/>
                <a:gd name="T21" fmla="*/ 418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5" h="418">
                  <a:moveTo>
                    <a:pt x="0" y="418"/>
                  </a:moveTo>
                  <a:lnTo>
                    <a:pt x="0" y="0"/>
                  </a:lnTo>
                  <a:lnTo>
                    <a:pt x="265" y="0"/>
                  </a:lnTo>
                  <a:lnTo>
                    <a:pt x="265" y="70"/>
                  </a:lnTo>
                  <a:lnTo>
                    <a:pt x="83" y="70"/>
                  </a:lnTo>
                  <a:lnTo>
                    <a:pt x="83" y="182"/>
                  </a:lnTo>
                  <a:lnTo>
                    <a:pt x="253" y="182"/>
                  </a:lnTo>
                  <a:lnTo>
                    <a:pt x="253" y="252"/>
                  </a:lnTo>
                  <a:lnTo>
                    <a:pt x="83" y="252"/>
                  </a:lnTo>
                  <a:lnTo>
                    <a:pt x="83" y="418"/>
                  </a:lnTo>
                  <a:lnTo>
                    <a:pt x="0" y="4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EC847F10-4F3C-49AD-9A61-37DF235ABF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76" y="2227"/>
              <a:ext cx="274" cy="418"/>
            </a:xfrm>
            <a:custGeom>
              <a:avLst/>
              <a:gdLst>
                <a:gd name="T0" fmla="*/ 0 w 274"/>
                <a:gd name="T1" fmla="*/ 418 h 418"/>
                <a:gd name="T2" fmla="*/ 0 w 274"/>
                <a:gd name="T3" fmla="*/ 0 h 418"/>
                <a:gd name="T4" fmla="*/ 273 w 274"/>
                <a:gd name="T5" fmla="*/ 0 h 418"/>
                <a:gd name="T6" fmla="*/ 273 w 274"/>
                <a:gd name="T7" fmla="*/ 69 h 418"/>
                <a:gd name="T8" fmla="*/ 84 w 274"/>
                <a:gd name="T9" fmla="*/ 69 h 418"/>
                <a:gd name="T10" fmla="*/ 84 w 274"/>
                <a:gd name="T11" fmla="*/ 171 h 418"/>
                <a:gd name="T12" fmla="*/ 265 w 274"/>
                <a:gd name="T13" fmla="*/ 171 h 418"/>
                <a:gd name="T14" fmla="*/ 265 w 274"/>
                <a:gd name="T15" fmla="*/ 240 h 418"/>
                <a:gd name="T16" fmla="*/ 84 w 274"/>
                <a:gd name="T17" fmla="*/ 240 h 418"/>
                <a:gd name="T18" fmla="*/ 84 w 274"/>
                <a:gd name="T19" fmla="*/ 349 h 418"/>
                <a:gd name="T20" fmla="*/ 274 w 274"/>
                <a:gd name="T21" fmla="*/ 349 h 418"/>
                <a:gd name="T22" fmla="*/ 274 w 274"/>
                <a:gd name="T23" fmla="*/ 418 h 418"/>
                <a:gd name="T24" fmla="*/ 0 w 274"/>
                <a:gd name="T25" fmla="*/ 418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418">
                  <a:moveTo>
                    <a:pt x="0" y="418"/>
                  </a:moveTo>
                  <a:lnTo>
                    <a:pt x="0" y="0"/>
                  </a:lnTo>
                  <a:lnTo>
                    <a:pt x="273" y="0"/>
                  </a:lnTo>
                  <a:lnTo>
                    <a:pt x="273" y="69"/>
                  </a:lnTo>
                  <a:lnTo>
                    <a:pt x="84" y="69"/>
                  </a:lnTo>
                  <a:lnTo>
                    <a:pt x="84" y="171"/>
                  </a:lnTo>
                  <a:lnTo>
                    <a:pt x="265" y="171"/>
                  </a:lnTo>
                  <a:lnTo>
                    <a:pt x="265" y="240"/>
                  </a:lnTo>
                  <a:lnTo>
                    <a:pt x="84" y="240"/>
                  </a:lnTo>
                  <a:lnTo>
                    <a:pt x="84" y="349"/>
                  </a:lnTo>
                  <a:lnTo>
                    <a:pt x="274" y="349"/>
                  </a:lnTo>
                  <a:lnTo>
                    <a:pt x="274" y="418"/>
                  </a:lnTo>
                  <a:lnTo>
                    <a:pt x="0" y="4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54502062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Slide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">
            <a:extLst>
              <a:ext uri="{FF2B5EF4-FFF2-40B4-BE49-F238E27FC236}">
                <a16:creationId xmlns:a16="http://schemas.microsoft.com/office/drawing/2014/main" id="{C069EBC5-7CE0-4E4B-87F9-460A1F23FD3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438800" y="2678398"/>
            <a:ext cx="3191077" cy="1392591"/>
            <a:chOff x="-1" y="484"/>
            <a:chExt cx="7681" cy="3352"/>
          </a:xfrm>
        </p:grpSpPr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E53C7E34-A998-4D78-8DB6-72F8D52DB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1" y="484"/>
              <a:ext cx="3354" cy="3352"/>
            </a:xfrm>
            <a:custGeom>
              <a:avLst/>
              <a:gdLst>
                <a:gd name="T0" fmla="*/ 675 w 2704"/>
                <a:gd name="T1" fmla="*/ 675 h 2701"/>
                <a:gd name="T2" fmla="*/ 1352 w 2704"/>
                <a:gd name="T3" fmla="*/ 0 h 2701"/>
                <a:gd name="T4" fmla="*/ 2026 w 2704"/>
                <a:gd name="T5" fmla="*/ 675 h 2701"/>
                <a:gd name="T6" fmla="*/ 675 w 2704"/>
                <a:gd name="T7" fmla="*/ 675 h 2701"/>
                <a:gd name="T8" fmla="*/ 675 w 2704"/>
                <a:gd name="T9" fmla="*/ 2026 h 2701"/>
                <a:gd name="T10" fmla="*/ 1351 w 2704"/>
                <a:gd name="T11" fmla="*/ 1350 h 2701"/>
                <a:gd name="T12" fmla="*/ 675 w 2704"/>
                <a:gd name="T13" fmla="*/ 675 h 2701"/>
                <a:gd name="T14" fmla="*/ 675 w 2704"/>
                <a:gd name="T15" fmla="*/ 675 h 2701"/>
                <a:gd name="T16" fmla="*/ 1 w 2704"/>
                <a:gd name="T17" fmla="*/ 1351 h 2701"/>
                <a:gd name="T18" fmla="*/ 675 w 2704"/>
                <a:gd name="T19" fmla="*/ 2026 h 2701"/>
                <a:gd name="T20" fmla="*/ 675 w 2704"/>
                <a:gd name="T21" fmla="*/ 2026 h 2701"/>
                <a:gd name="T22" fmla="*/ 1352 w 2704"/>
                <a:gd name="T23" fmla="*/ 2701 h 2701"/>
                <a:gd name="T24" fmla="*/ 2026 w 2704"/>
                <a:gd name="T25" fmla="*/ 2026 h 2701"/>
                <a:gd name="T26" fmla="*/ 675 w 2704"/>
                <a:gd name="T27" fmla="*/ 2026 h 2701"/>
                <a:gd name="T28" fmla="*/ 1351 w 2704"/>
                <a:gd name="T29" fmla="*/ 1350 h 2701"/>
                <a:gd name="T30" fmla="*/ 2026 w 2704"/>
                <a:gd name="T31" fmla="*/ 2026 h 2701"/>
                <a:gd name="T32" fmla="*/ 2026 w 2704"/>
                <a:gd name="T33" fmla="*/ 2026 h 2701"/>
                <a:gd name="T34" fmla="*/ 2703 w 2704"/>
                <a:gd name="T35" fmla="*/ 1351 h 2701"/>
                <a:gd name="T36" fmla="*/ 2029 w 2704"/>
                <a:gd name="T37" fmla="*/ 675 h 2701"/>
                <a:gd name="T38" fmla="*/ 2026 w 2704"/>
                <a:gd name="T39" fmla="*/ 675 h 2701"/>
                <a:gd name="T40" fmla="*/ 1351 w 2704"/>
                <a:gd name="T41" fmla="*/ 1350 h 2701"/>
                <a:gd name="T42" fmla="*/ 1351 w 2704"/>
                <a:gd name="T43" fmla="*/ 1350 h 2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704" h="2701">
                  <a:moveTo>
                    <a:pt x="675" y="675"/>
                  </a:moveTo>
                  <a:cubicBezTo>
                    <a:pt x="676" y="302"/>
                    <a:pt x="979" y="0"/>
                    <a:pt x="1352" y="0"/>
                  </a:cubicBezTo>
                  <a:cubicBezTo>
                    <a:pt x="1724" y="1"/>
                    <a:pt x="2026" y="302"/>
                    <a:pt x="2026" y="675"/>
                  </a:cubicBezTo>
                  <a:lnTo>
                    <a:pt x="675" y="675"/>
                  </a:lnTo>
                  <a:close/>
                  <a:moveTo>
                    <a:pt x="675" y="2026"/>
                  </a:moveTo>
                  <a:cubicBezTo>
                    <a:pt x="675" y="1653"/>
                    <a:pt x="978" y="1350"/>
                    <a:pt x="1351" y="1350"/>
                  </a:cubicBezTo>
                  <a:cubicBezTo>
                    <a:pt x="978" y="1350"/>
                    <a:pt x="675" y="1048"/>
                    <a:pt x="675" y="675"/>
                  </a:cubicBezTo>
                  <a:cubicBezTo>
                    <a:pt x="675" y="675"/>
                    <a:pt x="675" y="675"/>
                    <a:pt x="675" y="675"/>
                  </a:cubicBezTo>
                  <a:cubicBezTo>
                    <a:pt x="302" y="675"/>
                    <a:pt x="0" y="978"/>
                    <a:pt x="1" y="1351"/>
                  </a:cubicBezTo>
                  <a:cubicBezTo>
                    <a:pt x="1" y="1724"/>
                    <a:pt x="303" y="2025"/>
                    <a:pt x="675" y="2026"/>
                  </a:cubicBezTo>
                  <a:close/>
                  <a:moveTo>
                    <a:pt x="675" y="2026"/>
                  </a:moveTo>
                  <a:cubicBezTo>
                    <a:pt x="676" y="2399"/>
                    <a:pt x="979" y="2701"/>
                    <a:pt x="1352" y="2701"/>
                  </a:cubicBezTo>
                  <a:cubicBezTo>
                    <a:pt x="1724" y="2700"/>
                    <a:pt x="2026" y="2398"/>
                    <a:pt x="2026" y="2026"/>
                  </a:cubicBezTo>
                  <a:lnTo>
                    <a:pt x="675" y="2026"/>
                  </a:lnTo>
                  <a:close/>
                  <a:moveTo>
                    <a:pt x="1351" y="1350"/>
                  </a:moveTo>
                  <a:cubicBezTo>
                    <a:pt x="1724" y="1350"/>
                    <a:pt x="2026" y="1653"/>
                    <a:pt x="2026" y="2026"/>
                  </a:cubicBezTo>
                  <a:cubicBezTo>
                    <a:pt x="2026" y="2026"/>
                    <a:pt x="2026" y="2026"/>
                    <a:pt x="2026" y="2026"/>
                  </a:cubicBezTo>
                  <a:cubicBezTo>
                    <a:pt x="2400" y="2027"/>
                    <a:pt x="2703" y="1725"/>
                    <a:pt x="2703" y="1351"/>
                  </a:cubicBezTo>
                  <a:cubicBezTo>
                    <a:pt x="2704" y="978"/>
                    <a:pt x="2402" y="675"/>
                    <a:pt x="2029" y="675"/>
                  </a:cubicBezTo>
                  <a:cubicBezTo>
                    <a:pt x="2028" y="675"/>
                    <a:pt x="2027" y="675"/>
                    <a:pt x="2026" y="675"/>
                  </a:cubicBezTo>
                  <a:cubicBezTo>
                    <a:pt x="2027" y="1048"/>
                    <a:pt x="1724" y="1350"/>
                    <a:pt x="1351" y="1350"/>
                  </a:cubicBezTo>
                  <a:cubicBezTo>
                    <a:pt x="1351" y="1350"/>
                    <a:pt x="1351" y="1350"/>
                    <a:pt x="1351" y="1350"/>
                  </a:cubicBezTo>
                  <a:close/>
                </a:path>
              </a:pathLst>
            </a:custGeom>
            <a:solidFill>
              <a:srgbClr val="0086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Rectangle 6">
              <a:extLst>
                <a:ext uri="{FF2B5EF4-FFF2-40B4-BE49-F238E27FC236}">
                  <a16:creationId xmlns:a16="http://schemas.microsoft.com/office/drawing/2014/main" id="{CDF109D0-80BE-4AB7-A0CC-8C853284F4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82" y="1513"/>
              <a:ext cx="112" cy="557"/>
            </a:xfrm>
            <a:prstGeom prst="rect">
              <a:avLst/>
            </a:pr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E52EAD7D-292A-452B-888B-4623814413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92" y="1513"/>
              <a:ext cx="442" cy="557"/>
            </a:xfrm>
            <a:custGeom>
              <a:avLst/>
              <a:gdLst>
                <a:gd name="T0" fmla="*/ 0 w 442"/>
                <a:gd name="T1" fmla="*/ 557 h 557"/>
                <a:gd name="T2" fmla="*/ 0 w 442"/>
                <a:gd name="T3" fmla="*/ 0 h 557"/>
                <a:gd name="T4" fmla="*/ 104 w 442"/>
                <a:gd name="T5" fmla="*/ 0 h 557"/>
                <a:gd name="T6" fmla="*/ 333 w 442"/>
                <a:gd name="T7" fmla="*/ 373 h 557"/>
                <a:gd name="T8" fmla="*/ 333 w 442"/>
                <a:gd name="T9" fmla="*/ 0 h 557"/>
                <a:gd name="T10" fmla="*/ 442 w 442"/>
                <a:gd name="T11" fmla="*/ 0 h 557"/>
                <a:gd name="T12" fmla="*/ 442 w 442"/>
                <a:gd name="T13" fmla="*/ 557 h 557"/>
                <a:gd name="T14" fmla="*/ 337 w 442"/>
                <a:gd name="T15" fmla="*/ 557 h 557"/>
                <a:gd name="T16" fmla="*/ 109 w 442"/>
                <a:gd name="T17" fmla="*/ 183 h 557"/>
                <a:gd name="T18" fmla="*/ 109 w 442"/>
                <a:gd name="T19" fmla="*/ 557 h 557"/>
                <a:gd name="T20" fmla="*/ 0 w 442"/>
                <a:gd name="T21" fmla="*/ 557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2" h="557">
                  <a:moveTo>
                    <a:pt x="0" y="557"/>
                  </a:moveTo>
                  <a:lnTo>
                    <a:pt x="0" y="0"/>
                  </a:lnTo>
                  <a:lnTo>
                    <a:pt x="104" y="0"/>
                  </a:lnTo>
                  <a:lnTo>
                    <a:pt x="333" y="373"/>
                  </a:lnTo>
                  <a:lnTo>
                    <a:pt x="333" y="0"/>
                  </a:lnTo>
                  <a:lnTo>
                    <a:pt x="442" y="0"/>
                  </a:lnTo>
                  <a:lnTo>
                    <a:pt x="442" y="557"/>
                  </a:lnTo>
                  <a:lnTo>
                    <a:pt x="337" y="557"/>
                  </a:lnTo>
                  <a:lnTo>
                    <a:pt x="109" y="183"/>
                  </a:lnTo>
                  <a:lnTo>
                    <a:pt x="109" y="557"/>
                  </a:lnTo>
                  <a:lnTo>
                    <a:pt x="0" y="557"/>
                  </a:ln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A89D943C-23E0-4D59-BFAA-BAC94EE778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9" y="1513"/>
              <a:ext cx="479" cy="557"/>
            </a:xfrm>
            <a:custGeom>
              <a:avLst/>
              <a:gdLst>
                <a:gd name="T0" fmla="*/ 148 w 386"/>
                <a:gd name="T1" fmla="*/ 449 h 449"/>
                <a:gd name="T2" fmla="*/ 56 w 386"/>
                <a:gd name="T3" fmla="*/ 222 h 449"/>
                <a:gd name="T4" fmla="*/ 0 w 386"/>
                <a:gd name="T5" fmla="*/ 0 h 449"/>
                <a:gd name="T6" fmla="*/ 96 w 386"/>
                <a:gd name="T7" fmla="*/ 0 h 449"/>
                <a:gd name="T8" fmla="*/ 136 w 386"/>
                <a:gd name="T9" fmla="*/ 180 h 449"/>
                <a:gd name="T10" fmla="*/ 196 w 386"/>
                <a:gd name="T11" fmla="*/ 355 h 449"/>
                <a:gd name="T12" fmla="*/ 255 w 386"/>
                <a:gd name="T13" fmla="*/ 180 h 449"/>
                <a:gd name="T14" fmla="*/ 295 w 386"/>
                <a:gd name="T15" fmla="*/ 0 h 449"/>
                <a:gd name="T16" fmla="*/ 386 w 386"/>
                <a:gd name="T17" fmla="*/ 0 h 449"/>
                <a:gd name="T18" fmla="*/ 328 w 386"/>
                <a:gd name="T19" fmla="*/ 227 h 449"/>
                <a:gd name="T20" fmla="*/ 238 w 386"/>
                <a:gd name="T21" fmla="*/ 449 h 449"/>
                <a:gd name="T22" fmla="*/ 148 w 386"/>
                <a:gd name="T23" fmla="*/ 449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6" h="449">
                  <a:moveTo>
                    <a:pt x="148" y="449"/>
                  </a:moveTo>
                  <a:cubicBezTo>
                    <a:pt x="113" y="376"/>
                    <a:pt x="82" y="300"/>
                    <a:pt x="56" y="222"/>
                  </a:cubicBezTo>
                  <a:cubicBezTo>
                    <a:pt x="32" y="150"/>
                    <a:pt x="13" y="76"/>
                    <a:pt x="0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106" y="61"/>
                    <a:pt x="120" y="121"/>
                    <a:pt x="136" y="180"/>
                  </a:cubicBezTo>
                  <a:cubicBezTo>
                    <a:pt x="153" y="237"/>
                    <a:pt x="172" y="296"/>
                    <a:pt x="196" y="355"/>
                  </a:cubicBezTo>
                  <a:cubicBezTo>
                    <a:pt x="219" y="295"/>
                    <a:pt x="239" y="237"/>
                    <a:pt x="255" y="180"/>
                  </a:cubicBezTo>
                  <a:cubicBezTo>
                    <a:pt x="272" y="121"/>
                    <a:pt x="285" y="61"/>
                    <a:pt x="295" y="0"/>
                  </a:cubicBezTo>
                  <a:cubicBezTo>
                    <a:pt x="386" y="0"/>
                    <a:pt x="386" y="0"/>
                    <a:pt x="386" y="0"/>
                  </a:cubicBezTo>
                  <a:cubicBezTo>
                    <a:pt x="372" y="77"/>
                    <a:pt x="352" y="153"/>
                    <a:pt x="328" y="227"/>
                  </a:cubicBezTo>
                  <a:cubicBezTo>
                    <a:pt x="303" y="303"/>
                    <a:pt x="273" y="377"/>
                    <a:pt x="238" y="449"/>
                  </a:cubicBezTo>
                  <a:lnTo>
                    <a:pt x="148" y="449"/>
                  </a:ln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1877633E-8F92-4FE2-84CD-41A68D8C71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24" y="1513"/>
              <a:ext cx="364" cy="557"/>
            </a:xfrm>
            <a:custGeom>
              <a:avLst/>
              <a:gdLst>
                <a:gd name="T0" fmla="*/ 0 w 364"/>
                <a:gd name="T1" fmla="*/ 557 h 557"/>
                <a:gd name="T2" fmla="*/ 0 w 364"/>
                <a:gd name="T3" fmla="*/ 0 h 557"/>
                <a:gd name="T4" fmla="*/ 364 w 364"/>
                <a:gd name="T5" fmla="*/ 0 h 557"/>
                <a:gd name="T6" fmla="*/ 364 w 364"/>
                <a:gd name="T7" fmla="*/ 93 h 557"/>
                <a:gd name="T8" fmla="*/ 111 w 364"/>
                <a:gd name="T9" fmla="*/ 93 h 557"/>
                <a:gd name="T10" fmla="*/ 111 w 364"/>
                <a:gd name="T11" fmla="*/ 228 h 557"/>
                <a:gd name="T12" fmla="*/ 352 w 364"/>
                <a:gd name="T13" fmla="*/ 228 h 557"/>
                <a:gd name="T14" fmla="*/ 352 w 364"/>
                <a:gd name="T15" fmla="*/ 320 h 557"/>
                <a:gd name="T16" fmla="*/ 111 w 364"/>
                <a:gd name="T17" fmla="*/ 320 h 557"/>
                <a:gd name="T18" fmla="*/ 111 w 364"/>
                <a:gd name="T19" fmla="*/ 465 h 557"/>
                <a:gd name="T20" fmla="*/ 364 w 364"/>
                <a:gd name="T21" fmla="*/ 465 h 557"/>
                <a:gd name="T22" fmla="*/ 364 w 364"/>
                <a:gd name="T23" fmla="*/ 557 h 557"/>
                <a:gd name="T24" fmla="*/ 0 w 364"/>
                <a:gd name="T25" fmla="*/ 557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4" h="557">
                  <a:moveTo>
                    <a:pt x="0" y="557"/>
                  </a:moveTo>
                  <a:lnTo>
                    <a:pt x="0" y="0"/>
                  </a:lnTo>
                  <a:lnTo>
                    <a:pt x="364" y="0"/>
                  </a:lnTo>
                  <a:lnTo>
                    <a:pt x="364" y="93"/>
                  </a:lnTo>
                  <a:lnTo>
                    <a:pt x="111" y="93"/>
                  </a:lnTo>
                  <a:lnTo>
                    <a:pt x="111" y="228"/>
                  </a:lnTo>
                  <a:lnTo>
                    <a:pt x="352" y="228"/>
                  </a:lnTo>
                  <a:lnTo>
                    <a:pt x="352" y="320"/>
                  </a:lnTo>
                  <a:lnTo>
                    <a:pt x="111" y="320"/>
                  </a:lnTo>
                  <a:lnTo>
                    <a:pt x="111" y="465"/>
                  </a:lnTo>
                  <a:lnTo>
                    <a:pt x="364" y="465"/>
                  </a:lnTo>
                  <a:lnTo>
                    <a:pt x="364" y="557"/>
                  </a:lnTo>
                  <a:lnTo>
                    <a:pt x="0" y="557"/>
                  </a:ln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7B5DEDB0-5EDF-4DBC-91F2-7C54E0BDE3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74" y="1513"/>
              <a:ext cx="442" cy="557"/>
            </a:xfrm>
            <a:custGeom>
              <a:avLst/>
              <a:gdLst>
                <a:gd name="T0" fmla="*/ 0 w 442"/>
                <a:gd name="T1" fmla="*/ 557 h 557"/>
                <a:gd name="T2" fmla="*/ 0 w 442"/>
                <a:gd name="T3" fmla="*/ 0 h 557"/>
                <a:gd name="T4" fmla="*/ 105 w 442"/>
                <a:gd name="T5" fmla="*/ 0 h 557"/>
                <a:gd name="T6" fmla="*/ 333 w 442"/>
                <a:gd name="T7" fmla="*/ 373 h 557"/>
                <a:gd name="T8" fmla="*/ 333 w 442"/>
                <a:gd name="T9" fmla="*/ 0 h 557"/>
                <a:gd name="T10" fmla="*/ 442 w 442"/>
                <a:gd name="T11" fmla="*/ 0 h 557"/>
                <a:gd name="T12" fmla="*/ 442 w 442"/>
                <a:gd name="T13" fmla="*/ 557 h 557"/>
                <a:gd name="T14" fmla="*/ 338 w 442"/>
                <a:gd name="T15" fmla="*/ 557 h 557"/>
                <a:gd name="T16" fmla="*/ 110 w 442"/>
                <a:gd name="T17" fmla="*/ 183 h 557"/>
                <a:gd name="T18" fmla="*/ 110 w 442"/>
                <a:gd name="T19" fmla="*/ 557 h 557"/>
                <a:gd name="T20" fmla="*/ 0 w 442"/>
                <a:gd name="T21" fmla="*/ 557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2" h="557">
                  <a:moveTo>
                    <a:pt x="0" y="557"/>
                  </a:moveTo>
                  <a:lnTo>
                    <a:pt x="0" y="0"/>
                  </a:lnTo>
                  <a:lnTo>
                    <a:pt x="105" y="0"/>
                  </a:lnTo>
                  <a:lnTo>
                    <a:pt x="333" y="373"/>
                  </a:lnTo>
                  <a:lnTo>
                    <a:pt x="333" y="0"/>
                  </a:lnTo>
                  <a:lnTo>
                    <a:pt x="442" y="0"/>
                  </a:lnTo>
                  <a:lnTo>
                    <a:pt x="442" y="557"/>
                  </a:lnTo>
                  <a:lnTo>
                    <a:pt x="338" y="557"/>
                  </a:lnTo>
                  <a:lnTo>
                    <a:pt x="110" y="183"/>
                  </a:lnTo>
                  <a:lnTo>
                    <a:pt x="110" y="557"/>
                  </a:lnTo>
                  <a:lnTo>
                    <a:pt x="0" y="557"/>
                  </a:ln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F7B6FB31-5CCD-431B-BD64-F7BC0E8ADA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84" y="1513"/>
              <a:ext cx="432" cy="557"/>
            </a:xfrm>
            <a:custGeom>
              <a:avLst/>
              <a:gdLst>
                <a:gd name="T0" fmla="*/ 432 w 432"/>
                <a:gd name="T1" fmla="*/ 0 h 557"/>
                <a:gd name="T2" fmla="*/ 432 w 432"/>
                <a:gd name="T3" fmla="*/ 94 h 557"/>
                <a:gd name="T4" fmla="*/ 272 w 432"/>
                <a:gd name="T5" fmla="*/ 94 h 557"/>
                <a:gd name="T6" fmla="*/ 272 w 432"/>
                <a:gd name="T7" fmla="*/ 557 h 557"/>
                <a:gd name="T8" fmla="*/ 160 w 432"/>
                <a:gd name="T9" fmla="*/ 557 h 557"/>
                <a:gd name="T10" fmla="*/ 160 w 432"/>
                <a:gd name="T11" fmla="*/ 94 h 557"/>
                <a:gd name="T12" fmla="*/ 0 w 432"/>
                <a:gd name="T13" fmla="*/ 94 h 557"/>
                <a:gd name="T14" fmla="*/ 0 w 432"/>
                <a:gd name="T15" fmla="*/ 0 h 557"/>
                <a:gd name="T16" fmla="*/ 432 w 432"/>
                <a:gd name="T17" fmla="*/ 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2" h="557">
                  <a:moveTo>
                    <a:pt x="432" y="0"/>
                  </a:moveTo>
                  <a:lnTo>
                    <a:pt x="432" y="94"/>
                  </a:lnTo>
                  <a:lnTo>
                    <a:pt x="272" y="94"/>
                  </a:lnTo>
                  <a:lnTo>
                    <a:pt x="272" y="557"/>
                  </a:lnTo>
                  <a:lnTo>
                    <a:pt x="160" y="557"/>
                  </a:lnTo>
                  <a:lnTo>
                    <a:pt x="160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Rectangle 12">
              <a:extLst>
                <a:ext uri="{FF2B5EF4-FFF2-40B4-BE49-F238E27FC236}">
                  <a16:creationId xmlns:a16="http://schemas.microsoft.com/office/drawing/2014/main" id="{1E90565D-6D6E-400F-8345-D9B01D524B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487" y="1513"/>
              <a:ext cx="110" cy="557"/>
            </a:xfrm>
            <a:prstGeom prst="rect">
              <a:avLst/>
            </a:pr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ACDAE8A1-BA5F-4B39-B66F-9719F62C2C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02" y="1513"/>
              <a:ext cx="442" cy="557"/>
            </a:xfrm>
            <a:custGeom>
              <a:avLst/>
              <a:gdLst>
                <a:gd name="T0" fmla="*/ 0 w 442"/>
                <a:gd name="T1" fmla="*/ 557 h 557"/>
                <a:gd name="T2" fmla="*/ 0 w 442"/>
                <a:gd name="T3" fmla="*/ 0 h 557"/>
                <a:gd name="T4" fmla="*/ 105 w 442"/>
                <a:gd name="T5" fmla="*/ 0 h 557"/>
                <a:gd name="T6" fmla="*/ 333 w 442"/>
                <a:gd name="T7" fmla="*/ 373 h 557"/>
                <a:gd name="T8" fmla="*/ 333 w 442"/>
                <a:gd name="T9" fmla="*/ 0 h 557"/>
                <a:gd name="T10" fmla="*/ 442 w 442"/>
                <a:gd name="T11" fmla="*/ 0 h 557"/>
                <a:gd name="T12" fmla="*/ 442 w 442"/>
                <a:gd name="T13" fmla="*/ 557 h 557"/>
                <a:gd name="T14" fmla="*/ 338 w 442"/>
                <a:gd name="T15" fmla="*/ 557 h 557"/>
                <a:gd name="T16" fmla="*/ 110 w 442"/>
                <a:gd name="T17" fmla="*/ 183 h 557"/>
                <a:gd name="T18" fmla="*/ 110 w 442"/>
                <a:gd name="T19" fmla="*/ 557 h 557"/>
                <a:gd name="T20" fmla="*/ 0 w 442"/>
                <a:gd name="T21" fmla="*/ 557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2" h="557">
                  <a:moveTo>
                    <a:pt x="0" y="557"/>
                  </a:moveTo>
                  <a:lnTo>
                    <a:pt x="0" y="0"/>
                  </a:lnTo>
                  <a:lnTo>
                    <a:pt x="105" y="0"/>
                  </a:lnTo>
                  <a:lnTo>
                    <a:pt x="333" y="373"/>
                  </a:lnTo>
                  <a:lnTo>
                    <a:pt x="333" y="0"/>
                  </a:lnTo>
                  <a:lnTo>
                    <a:pt x="442" y="0"/>
                  </a:lnTo>
                  <a:lnTo>
                    <a:pt x="442" y="557"/>
                  </a:lnTo>
                  <a:lnTo>
                    <a:pt x="338" y="557"/>
                  </a:lnTo>
                  <a:lnTo>
                    <a:pt x="110" y="183"/>
                  </a:lnTo>
                  <a:lnTo>
                    <a:pt x="110" y="557"/>
                  </a:lnTo>
                  <a:lnTo>
                    <a:pt x="0" y="557"/>
                  </a:ln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A00AC815-EE48-4BCC-9939-C206FCBEB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21" y="1500"/>
              <a:ext cx="459" cy="582"/>
            </a:xfrm>
            <a:custGeom>
              <a:avLst/>
              <a:gdLst>
                <a:gd name="T0" fmla="*/ 194 w 370"/>
                <a:gd name="T1" fmla="*/ 469 h 469"/>
                <a:gd name="T2" fmla="*/ 0 w 370"/>
                <a:gd name="T3" fmla="*/ 238 h 469"/>
                <a:gd name="T4" fmla="*/ 47 w 370"/>
                <a:gd name="T5" fmla="*/ 63 h 469"/>
                <a:gd name="T6" fmla="*/ 198 w 370"/>
                <a:gd name="T7" fmla="*/ 0 h 469"/>
                <a:gd name="T8" fmla="*/ 284 w 370"/>
                <a:gd name="T9" fmla="*/ 14 h 469"/>
                <a:gd name="T10" fmla="*/ 357 w 370"/>
                <a:gd name="T11" fmla="*/ 59 h 469"/>
                <a:gd name="T12" fmla="*/ 317 w 370"/>
                <a:gd name="T13" fmla="*/ 117 h 469"/>
                <a:gd name="T14" fmla="*/ 264 w 370"/>
                <a:gd name="T15" fmla="*/ 85 h 469"/>
                <a:gd name="T16" fmla="*/ 206 w 370"/>
                <a:gd name="T17" fmla="*/ 75 h 469"/>
                <a:gd name="T18" fmla="*/ 117 w 370"/>
                <a:gd name="T19" fmla="*/ 115 h 469"/>
                <a:gd name="T20" fmla="*/ 91 w 370"/>
                <a:gd name="T21" fmla="*/ 238 h 469"/>
                <a:gd name="T22" fmla="*/ 115 w 370"/>
                <a:gd name="T23" fmla="*/ 358 h 469"/>
                <a:gd name="T24" fmla="*/ 193 w 370"/>
                <a:gd name="T25" fmla="*/ 394 h 469"/>
                <a:gd name="T26" fmla="*/ 262 w 370"/>
                <a:gd name="T27" fmla="*/ 368 h 469"/>
                <a:gd name="T28" fmla="*/ 283 w 370"/>
                <a:gd name="T29" fmla="*/ 294 h 469"/>
                <a:gd name="T30" fmla="*/ 283 w 370"/>
                <a:gd name="T31" fmla="*/ 273 h 469"/>
                <a:gd name="T32" fmla="*/ 189 w 370"/>
                <a:gd name="T33" fmla="*/ 273 h 469"/>
                <a:gd name="T34" fmla="*/ 189 w 370"/>
                <a:gd name="T35" fmla="*/ 199 h 469"/>
                <a:gd name="T36" fmla="*/ 370 w 370"/>
                <a:gd name="T37" fmla="*/ 199 h 469"/>
                <a:gd name="T38" fmla="*/ 370 w 370"/>
                <a:gd name="T39" fmla="*/ 286 h 469"/>
                <a:gd name="T40" fmla="*/ 328 w 370"/>
                <a:gd name="T41" fmla="*/ 420 h 469"/>
                <a:gd name="T42" fmla="*/ 194 w 370"/>
                <a:gd name="T4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0" h="469">
                  <a:moveTo>
                    <a:pt x="194" y="469"/>
                  </a:moveTo>
                  <a:cubicBezTo>
                    <a:pt x="64" y="469"/>
                    <a:pt x="0" y="392"/>
                    <a:pt x="0" y="238"/>
                  </a:cubicBezTo>
                  <a:cubicBezTo>
                    <a:pt x="0" y="164"/>
                    <a:pt x="16" y="105"/>
                    <a:pt x="47" y="63"/>
                  </a:cubicBezTo>
                  <a:cubicBezTo>
                    <a:pt x="79" y="21"/>
                    <a:pt x="130" y="0"/>
                    <a:pt x="198" y="0"/>
                  </a:cubicBezTo>
                  <a:cubicBezTo>
                    <a:pt x="228" y="0"/>
                    <a:pt x="257" y="5"/>
                    <a:pt x="284" y="14"/>
                  </a:cubicBezTo>
                  <a:cubicBezTo>
                    <a:pt x="311" y="24"/>
                    <a:pt x="336" y="39"/>
                    <a:pt x="357" y="59"/>
                  </a:cubicBezTo>
                  <a:cubicBezTo>
                    <a:pt x="317" y="117"/>
                    <a:pt x="317" y="117"/>
                    <a:pt x="317" y="117"/>
                  </a:cubicBezTo>
                  <a:cubicBezTo>
                    <a:pt x="302" y="103"/>
                    <a:pt x="284" y="92"/>
                    <a:pt x="264" y="85"/>
                  </a:cubicBezTo>
                  <a:cubicBezTo>
                    <a:pt x="245" y="78"/>
                    <a:pt x="226" y="75"/>
                    <a:pt x="206" y="75"/>
                  </a:cubicBezTo>
                  <a:cubicBezTo>
                    <a:pt x="164" y="75"/>
                    <a:pt x="134" y="88"/>
                    <a:pt x="117" y="115"/>
                  </a:cubicBezTo>
                  <a:cubicBezTo>
                    <a:pt x="100" y="142"/>
                    <a:pt x="91" y="183"/>
                    <a:pt x="91" y="238"/>
                  </a:cubicBezTo>
                  <a:cubicBezTo>
                    <a:pt x="91" y="294"/>
                    <a:pt x="99" y="334"/>
                    <a:pt x="115" y="358"/>
                  </a:cubicBezTo>
                  <a:cubicBezTo>
                    <a:pt x="133" y="383"/>
                    <a:pt x="163" y="397"/>
                    <a:pt x="193" y="394"/>
                  </a:cubicBezTo>
                  <a:cubicBezTo>
                    <a:pt x="219" y="397"/>
                    <a:pt x="244" y="387"/>
                    <a:pt x="262" y="368"/>
                  </a:cubicBezTo>
                  <a:cubicBezTo>
                    <a:pt x="277" y="347"/>
                    <a:pt x="284" y="320"/>
                    <a:pt x="283" y="294"/>
                  </a:cubicBezTo>
                  <a:cubicBezTo>
                    <a:pt x="283" y="273"/>
                    <a:pt x="283" y="273"/>
                    <a:pt x="283" y="273"/>
                  </a:cubicBezTo>
                  <a:cubicBezTo>
                    <a:pt x="189" y="273"/>
                    <a:pt x="189" y="273"/>
                    <a:pt x="189" y="273"/>
                  </a:cubicBezTo>
                  <a:cubicBezTo>
                    <a:pt x="189" y="199"/>
                    <a:pt x="189" y="199"/>
                    <a:pt x="189" y="199"/>
                  </a:cubicBezTo>
                  <a:cubicBezTo>
                    <a:pt x="370" y="199"/>
                    <a:pt x="370" y="199"/>
                    <a:pt x="370" y="199"/>
                  </a:cubicBezTo>
                  <a:cubicBezTo>
                    <a:pt x="370" y="286"/>
                    <a:pt x="370" y="286"/>
                    <a:pt x="370" y="286"/>
                  </a:cubicBezTo>
                  <a:cubicBezTo>
                    <a:pt x="370" y="343"/>
                    <a:pt x="356" y="388"/>
                    <a:pt x="328" y="420"/>
                  </a:cubicBezTo>
                  <a:cubicBezTo>
                    <a:pt x="300" y="453"/>
                    <a:pt x="255" y="469"/>
                    <a:pt x="194" y="469"/>
                  </a:cubicBez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2CD952B0-298D-4900-82DE-BE5408FBCD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82" y="2250"/>
              <a:ext cx="355" cy="556"/>
            </a:xfrm>
            <a:custGeom>
              <a:avLst/>
              <a:gdLst>
                <a:gd name="T0" fmla="*/ 0 w 355"/>
                <a:gd name="T1" fmla="*/ 556 h 556"/>
                <a:gd name="T2" fmla="*/ 0 w 355"/>
                <a:gd name="T3" fmla="*/ 0 h 556"/>
                <a:gd name="T4" fmla="*/ 355 w 355"/>
                <a:gd name="T5" fmla="*/ 0 h 556"/>
                <a:gd name="T6" fmla="*/ 355 w 355"/>
                <a:gd name="T7" fmla="*/ 93 h 556"/>
                <a:gd name="T8" fmla="*/ 112 w 355"/>
                <a:gd name="T9" fmla="*/ 93 h 556"/>
                <a:gd name="T10" fmla="*/ 112 w 355"/>
                <a:gd name="T11" fmla="*/ 242 h 556"/>
                <a:gd name="T12" fmla="*/ 339 w 355"/>
                <a:gd name="T13" fmla="*/ 242 h 556"/>
                <a:gd name="T14" fmla="*/ 339 w 355"/>
                <a:gd name="T15" fmla="*/ 335 h 556"/>
                <a:gd name="T16" fmla="*/ 112 w 355"/>
                <a:gd name="T17" fmla="*/ 335 h 556"/>
                <a:gd name="T18" fmla="*/ 112 w 355"/>
                <a:gd name="T19" fmla="*/ 556 h 556"/>
                <a:gd name="T20" fmla="*/ 0 w 355"/>
                <a:gd name="T21" fmla="*/ 556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5" h="556">
                  <a:moveTo>
                    <a:pt x="0" y="556"/>
                  </a:moveTo>
                  <a:lnTo>
                    <a:pt x="0" y="0"/>
                  </a:lnTo>
                  <a:lnTo>
                    <a:pt x="355" y="0"/>
                  </a:lnTo>
                  <a:lnTo>
                    <a:pt x="355" y="93"/>
                  </a:lnTo>
                  <a:lnTo>
                    <a:pt x="112" y="93"/>
                  </a:lnTo>
                  <a:lnTo>
                    <a:pt x="112" y="242"/>
                  </a:lnTo>
                  <a:lnTo>
                    <a:pt x="339" y="242"/>
                  </a:lnTo>
                  <a:lnTo>
                    <a:pt x="339" y="335"/>
                  </a:lnTo>
                  <a:lnTo>
                    <a:pt x="112" y="335"/>
                  </a:lnTo>
                  <a:lnTo>
                    <a:pt x="112" y="556"/>
                  </a:lnTo>
                  <a:lnTo>
                    <a:pt x="0" y="556"/>
                  </a:ln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856F6023-E8BF-4A7B-90B9-00134EA559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87" y="2238"/>
              <a:ext cx="486" cy="580"/>
            </a:xfrm>
            <a:custGeom>
              <a:avLst/>
              <a:gdLst>
                <a:gd name="T0" fmla="*/ 196 w 392"/>
                <a:gd name="T1" fmla="*/ 468 h 468"/>
                <a:gd name="T2" fmla="*/ 51 w 392"/>
                <a:gd name="T3" fmla="*/ 410 h 468"/>
                <a:gd name="T4" fmla="*/ 0 w 392"/>
                <a:gd name="T5" fmla="*/ 234 h 468"/>
                <a:gd name="T6" fmla="*/ 51 w 392"/>
                <a:gd name="T7" fmla="*/ 58 h 468"/>
                <a:gd name="T8" fmla="*/ 196 w 392"/>
                <a:gd name="T9" fmla="*/ 0 h 468"/>
                <a:gd name="T10" fmla="*/ 341 w 392"/>
                <a:gd name="T11" fmla="*/ 58 h 468"/>
                <a:gd name="T12" fmla="*/ 392 w 392"/>
                <a:gd name="T13" fmla="*/ 234 h 468"/>
                <a:gd name="T14" fmla="*/ 341 w 392"/>
                <a:gd name="T15" fmla="*/ 410 h 468"/>
                <a:gd name="T16" fmla="*/ 196 w 392"/>
                <a:gd name="T17" fmla="*/ 468 h 468"/>
                <a:gd name="T18" fmla="*/ 196 w 392"/>
                <a:gd name="T19" fmla="*/ 394 h 468"/>
                <a:gd name="T20" fmla="*/ 275 w 392"/>
                <a:gd name="T21" fmla="*/ 356 h 468"/>
                <a:gd name="T22" fmla="*/ 300 w 392"/>
                <a:gd name="T23" fmla="*/ 234 h 468"/>
                <a:gd name="T24" fmla="*/ 275 w 392"/>
                <a:gd name="T25" fmla="*/ 112 h 468"/>
                <a:gd name="T26" fmla="*/ 131 w 392"/>
                <a:gd name="T27" fmla="*/ 98 h 468"/>
                <a:gd name="T28" fmla="*/ 116 w 392"/>
                <a:gd name="T29" fmla="*/ 112 h 468"/>
                <a:gd name="T30" fmla="*/ 92 w 392"/>
                <a:gd name="T31" fmla="*/ 234 h 468"/>
                <a:gd name="T32" fmla="*/ 116 w 392"/>
                <a:gd name="T33" fmla="*/ 356 h 468"/>
                <a:gd name="T34" fmla="*/ 196 w 392"/>
                <a:gd name="T35" fmla="*/ 394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2" h="468">
                  <a:moveTo>
                    <a:pt x="196" y="468"/>
                  </a:moveTo>
                  <a:cubicBezTo>
                    <a:pt x="133" y="468"/>
                    <a:pt x="84" y="449"/>
                    <a:pt x="51" y="410"/>
                  </a:cubicBezTo>
                  <a:cubicBezTo>
                    <a:pt x="17" y="370"/>
                    <a:pt x="0" y="312"/>
                    <a:pt x="0" y="234"/>
                  </a:cubicBezTo>
                  <a:cubicBezTo>
                    <a:pt x="0" y="156"/>
                    <a:pt x="17" y="98"/>
                    <a:pt x="51" y="58"/>
                  </a:cubicBezTo>
                  <a:cubicBezTo>
                    <a:pt x="84" y="19"/>
                    <a:pt x="133" y="0"/>
                    <a:pt x="196" y="0"/>
                  </a:cubicBezTo>
                  <a:cubicBezTo>
                    <a:pt x="259" y="0"/>
                    <a:pt x="308" y="19"/>
                    <a:pt x="341" y="58"/>
                  </a:cubicBezTo>
                  <a:cubicBezTo>
                    <a:pt x="375" y="98"/>
                    <a:pt x="392" y="156"/>
                    <a:pt x="392" y="234"/>
                  </a:cubicBezTo>
                  <a:cubicBezTo>
                    <a:pt x="392" y="312"/>
                    <a:pt x="375" y="370"/>
                    <a:pt x="341" y="410"/>
                  </a:cubicBezTo>
                  <a:cubicBezTo>
                    <a:pt x="308" y="449"/>
                    <a:pt x="259" y="468"/>
                    <a:pt x="196" y="468"/>
                  </a:cubicBezTo>
                  <a:close/>
                  <a:moveTo>
                    <a:pt x="196" y="394"/>
                  </a:moveTo>
                  <a:cubicBezTo>
                    <a:pt x="227" y="396"/>
                    <a:pt x="258" y="382"/>
                    <a:pt x="275" y="356"/>
                  </a:cubicBezTo>
                  <a:cubicBezTo>
                    <a:pt x="292" y="331"/>
                    <a:pt x="300" y="290"/>
                    <a:pt x="300" y="234"/>
                  </a:cubicBezTo>
                  <a:cubicBezTo>
                    <a:pt x="300" y="178"/>
                    <a:pt x="292" y="137"/>
                    <a:pt x="275" y="112"/>
                  </a:cubicBezTo>
                  <a:cubicBezTo>
                    <a:pt x="240" y="68"/>
                    <a:pt x="175" y="62"/>
                    <a:pt x="131" y="98"/>
                  </a:cubicBezTo>
                  <a:cubicBezTo>
                    <a:pt x="126" y="102"/>
                    <a:pt x="121" y="107"/>
                    <a:pt x="116" y="112"/>
                  </a:cubicBezTo>
                  <a:cubicBezTo>
                    <a:pt x="100" y="137"/>
                    <a:pt x="91" y="178"/>
                    <a:pt x="92" y="234"/>
                  </a:cubicBezTo>
                  <a:cubicBezTo>
                    <a:pt x="92" y="290"/>
                    <a:pt x="100" y="331"/>
                    <a:pt x="116" y="356"/>
                  </a:cubicBezTo>
                  <a:cubicBezTo>
                    <a:pt x="134" y="382"/>
                    <a:pt x="165" y="396"/>
                    <a:pt x="196" y="394"/>
                  </a:cubicBez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D8811166-BF71-4D66-BB6B-A525D35AA0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45" y="2250"/>
              <a:ext cx="448" cy="556"/>
            </a:xfrm>
            <a:custGeom>
              <a:avLst/>
              <a:gdLst>
                <a:gd name="T0" fmla="*/ 0 w 361"/>
                <a:gd name="T1" fmla="*/ 448 h 448"/>
                <a:gd name="T2" fmla="*/ 0 w 361"/>
                <a:gd name="T3" fmla="*/ 0 h 448"/>
                <a:gd name="T4" fmla="*/ 160 w 361"/>
                <a:gd name="T5" fmla="*/ 0 h 448"/>
                <a:gd name="T6" fmla="*/ 287 w 361"/>
                <a:gd name="T7" fmla="*/ 34 h 448"/>
                <a:gd name="T8" fmla="*/ 330 w 361"/>
                <a:gd name="T9" fmla="*/ 136 h 448"/>
                <a:gd name="T10" fmla="*/ 308 w 361"/>
                <a:gd name="T11" fmla="*/ 216 h 448"/>
                <a:gd name="T12" fmla="*/ 239 w 361"/>
                <a:gd name="T13" fmla="*/ 263 h 448"/>
                <a:gd name="T14" fmla="*/ 292 w 361"/>
                <a:gd name="T15" fmla="*/ 328 h 448"/>
                <a:gd name="T16" fmla="*/ 330 w 361"/>
                <a:gd name="T17" fmla="*/ 385 h 448"/>
                <a:gd name="T18" fmla="*/ 361 w 361"/>
                <a:gd name="T19" fmla="*/ 448 h 448"/>
                <a:gd name="T20" fmla="*/ 261 w 361"/>
                <a:gd name="T21" fmla="*/ 448 h 448"/>
                <a:gd name="T22" fmla="*/ 232 w 361"/>
                <a:gd name="T23" fmla="*/ 388 h 448"/>
                <a:gd name="T24" fmla="*/ 197 w 361"/>
                <a:gd name="T25" fmla="*/ 332 h 448"/>
                <a:gd name="T26" fmla="*/ 147 w 361"/>
                <a:gd name="T27" fmla="*/ 273 h 448"/>
                <a:gd name="T28" fmla="*/ 89 w 361"/>
                <a:gd name="T29" fmla="*/ 273 h 448"/>
                <a:gd name="T30" fmla="*/ 89 w 361"/>
                <a:gd name="T31" fmla="*/ 448 h 448"/>
                <a:gd name="T32" fmla="*/ 0 w 361"/>
                <a:gd name="T33" fmla="*/ 448 h 448"/>
                <a:gd name="T34" fmla="*/ 155 w 361"/>
                <a:gd name="T35" fmla="*/ 70 h 448"/>
                <a:gd name="T36" fmla="*/ 89 w 361"/>
                <a:gd name="T37" fmla="*/ 70 h 448"/>
                <a:gd name="T38" fmla="*/ 89 w 361"/>
                <a:gd name="T39" fmla="*/ 203 h 448"/>
                <a:gd name="T40" fmla="*/ 155 w 361"/>
                <a:gd name="T41" fmla="*/ 203 h 448"/>
                <a:gd name="T42" fmla="*/ 218 w 361"/>
                <a:gd name="T43" fmla="*/ 187 h 448"/>
                <a:gd name="T44" fmla="*/ 240 w 361"/>
                <a:gd name="T45" fmla="*/ 136 h 448"/>
                <a:gd name="T46" fmla="*/ 155 w 361"/>
                <a:gd name="T47" fmla="*/ 70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1" h="448">
                  <a:moveTo>
                    <a:pt x="0" y="44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60" y="0"/>
                    <a:pt x="160" y="0"/>
                    <a:pt x="160" y="0"/>
                  </a:cubicBezTo>
                  <a:cubicBezTo>
                    <a:pt x="217" y="0"/>
                    <a:pt x="259" y="11"/>
                    <a:pt x="287" y="34"/>
                  </a:cubicBezTo>
                  <a:cubicBezTo>
                    <a:pt x="317" y="60"/>
                    <a:pt x="332" y="98"/>
                    <a:pt x="330" y="136"/>
                  </a:cubicBezTo>
                  <a:cubicBezTo>
                    <a:pt x="331" y="164"/>
                    <a:pt x="323" y="192"/>
                    <a:pt x="308" y="216"/>
                  </a:cubicBezTo>
                  <a:cubicBezTo>
                    <a:pt x="291" y="240"/>
                    <a:pt x="267" y="256"/>
                    <a:pt x="239" y="263"/>
                  </a:cubicBezTo>
                  <a:cubicBezTo>
                    <a:pt x="260" y="287"/>
                    <a:pt x="278" y="308"/>
                    <a:pt x="292" y="328"/>
                  </a:cubicBezTo>
                  <a:cubicBezTo>
                    <a:pt x="306" y="346"/>
                    <a:pt x="318" y="365"/>
                    <a:pt x="330" y="385"/>
                  </a:cubicBezTo>
                  <a:cubicBezTo>
                    <a:pt x="341" y="405"/>
                    <a:pt x="351" y="427"/>
                    <a:pt x="361" y="448"/>
                  </a:cubicBezTo>
                  <a:cubicBezTo>
                    <a:pt x="261" y="448"/>
                    <a:pt x="261" y="448"/>
                    <a:pt x="261" y="448"/>
                  </a:cubicBezTo>
                  <a:cubicBezTo>
                    <a:pt x="253" y="428"/>
                    <a:pt x="243" y="407"/>
                    <a:pt x="232" y="388"/>
                  </a:cubicBezTo>
                  <a:cubicBezTo>
                    <a:pt x="222" y="368"/>
                    <a:pt x="210" y="350"/>
                    <a:pt x="197" y="332"/>
                  </a:cubicBezTo>
                  <a:cubicBezTo>
                    <a:pt x="183" y="314"/>
                    <a:pt x="166" y="294"/>
                    <a:pt x="147" y="273"/>
                  </a:cubicBezTo>
                  <a:cubicBezTo>
                    <a:pt x="89" y="273"/>
                    <a:pt x="89" y="273"/>
                    <a:pt x="89" y="273"/>
                  </a:cubicBezTo>
                  <a:cubicBezTo>
                    <a:pt x="89" y="448"/>
                    <a:pt x="89" y="448"/>
                    <a:pt x="89" y="448"/>
                  </a:cubicBezTo>
                  <a:lnTo>
                    <a:pt x="0" y="448"/>
                  </a:lnTo>
                  <a:close/>
                  <a:moveTo>
                    <a:pt x="155" y="70"/>
                  </a:moveTo>
                  <a:cubicBezTo>
                    <a:pt x="89" y="70"/>
                    <a:pt x="89" y="70"/>
                    <a:pt x="89" y="70"/>
                  </a:cubicBezTo>
                  <a:cubicBezTo>
                    <a:pt x="89" y="203"/>
                    <a:pt x="89" y="203"/>
                    <a:pt x="89" y="203"/>
                  </a:cubicBezTo>
                  <a:cubicBezTo>
                    <a:pt x="155" y="203"/>
                    <a:pt x="155" y="203"/>
                    <a:pt x="155" y="203"/>
                  </a:cubicBezTo>
                  <a:cubicBezTo>
                    <a:pt x="177" y="204"/>
                    <a:pt x="199" y="199"/>
                    <a:pt x="218" y="187"/>
                  </a:cubicBezTo>
                  <a:cubicBezTo>
                    <a:pt x="234" y="174"/>
                    <a:pt x="242" y="156"/>
                    <a:pt x="240" y="136"/>
                  </a:cubicBezTo>
                  <a:cubicBezTo>
                    <a:pt x="240" y="92"/>
                    <a:pt x="212" y="70"/>
                    <a:pt x="155" y="70"/>
                  </a:cubicBez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139FD383-7F46-4675-A3BB-962EC33DD6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53" y="2250"/>
              <a:ext cx="349" cy="556"/>
            </a:xfrm>
            <a:custGeom>
              <a:avLst/>
              <a:gdLst>
                <a:gd name="T0" fmla="*/ 0 w 349"/>
                <a:gd name="T1" fmla="*/ 556 h 556"/>
                <a:gd name="T2" fmla="*/ 0 w 349"/>
                <a:gd name="T3" fmla="*/ 0 h 556"/>
                <a:gd name="T4" fmla="*/ 112 w 349"/>
                <a:gd name="T5" fmla="*/ 0 h 556"/>
                <a:gd name="T6" fmla="*/ 112 w 349"/>
                <a:gd name="T7" fmla="*/ 462 h 556"/>
                <a:gd name="T8" fmla="*/ 349 w 349"/>
                <a:gd name="T9" fmla="*/ 462 h 556"/>
                <a:gd name="T10" fmla="*/ 349 w 349"/>
                <a:gd name="T11" fmla="*/ 556 h 556"/>
                <a:gd name="T12" fmla="*/ 0 w 349"/>
                <a:gd name="T13" fmla="*/ 556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9" h="556">
                  <a:moveTo>
                    <a:pt x="0" y="556"/>
                  </a:moveTo>
                  <a:lnTo>
                    <a:pt x="0" y="0"/>
                  </a:lnTo>
                  <a:lnTo>
                    <a:pt x="112" y="0"/>
                  </a:lnTo>
                  <a:lnTo>
                    <a:pt x="112" y="462"/>
                  </a:lnTo>
                  <a:lnTo>
                    <a:pt x="349" y="462"/>
                  </a:lnTo>
                  <a:lnTo>
                    <a:pt x="349" y="556"/>
                  </a:lnTo>
                  <a:lnTo>
                    <a:pt x="0" y="556"/>
                  </a:ln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Rectangle 19">
              <a:extLst>
                <a:ext uri="{FF2B5EF4-FFF2-40B4-BE49-F238E27FC236}">
                  <a16:creationId xmlns:a16="http://schemas.microsoft.com/office/drawing/2014/main" id="{ECF2A48C-4C8E-44DC-9C4B-5C989CBE49F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873" y="2250"/>
              <a:ext cx="110" cy="556"/>
            </a:xfrm>
            <a:prstGeom prst="rect">
              <a:avLst/>
            </a:pr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AEBE1BA4-A8AD-4088-A988-EFA0D37E36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1" y="2250"/>
              <a:ext cx="355" cy="556"/>
            </a:xfrm>
            <a:custGeom>
              <a:avLst/>
              <a:gdLst>
                <a:gd name="T0" fmla="*/ 0 w 355"/>
                <a:gd name="T1" fmla="*/ 556 h 556"/>
                <a:gd name="T2" fmla="*/ 0 w 355"/>
                <a:gd name="T3" fmla="*/ 0 h 556"/>
                <a:gd name="T4" fmla="*/ 355 w 355"/>
                <a:gd name="T5" fmla="*/ 0 h 556"/>
                <a:gd name="T6" fmla="*/ 355 w 355"/>
                <a:gd name="T7" fmla="*/ 93 h 556"/>
                <a:gd name="T8" fmla="*/ 112 w 355"/>
                <a:gd name="T9" fmla="*/ 93 h 556"/>
                <a:gd name="T10" fmla="*/ 112 w 355"/>
                <a:gd name="T11" fmla="*/ 242 h 556"/>
                <a:gd name="T12" fmla="*/ 339 w 355"/>
                <a:gd name="T13" fmla="*/ 242 h 556"/>
                <a:gd name="T14" fmla="*/ 339 w 355"/>
                <a:gd name="T15" fmla="*/ 335 h 556"/>
                <a:gd name="T16" fmla="*/ 112 w 355"/>
                <a:gd name="T17" fmla="*/ 335 h 556"/>
                <a:gd name="T18" fmla="*/ 112 w 355"/>
                <a:gd name="T19" fmla="*/ 556 h 556"/>
                <a:gd name="T20" fmla="*/ 0 w 355"/>
                <a:gd name="T21" fmla="*/ 556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5" h="556">
                  <a:moveTo>
                    <a:pt x="0" y="556"/>
                  </a:moveTo>
                  <a:lnTo>
                    <a:pt x="0" y="0"/>
                  </a:lnTo>
                  <a:lnTo>
                    <a:pt x="355" y="0"/>
                  </a:lnTo>
                  <a:lnTo>
                    <a:pt x="355" y="93"/>
                  </a:lnTo>
                  <a:lnTo>
                    <a:pt x="112" y="93"/>
                  </a:lnTo>
                  <a:lnTo>
                    <a:pt x="112" y="242"/>
                  </a:lnTo>
                  <a:lnTo>
                    <a:pt x="339" y="242"/>
                  </a:lnTo>
                  <a:lnTo>
                    <a:pt x="339" y="335"/>
                  </a:lnTo>
                  <a:lnTo>
                    <a:pt x="112" y="335"/>
                  </a:lnTo>
                  <a:lnTo>
                    <a:pt x="112" y="556"/>
                  </a:lnTo>
                  <a:lnTo>
                    <a:pt x="0" y="556"/>
                  </a:ln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21">
              <a:extLst>
                <a:ext uri="{FF2B5EF4-FFF2-40B4-BE49-F238E27FC236}">
                  <a16:creationId xmlns:a16="http://schemas.microsoft.com/office/drawing/2014/main" id="{BAEDB774-5A73-4F6C-B246-E806FD210C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03" y="2250"/>
              <a:ext cx="363" cy="556"/>
            </a:xfrm>
            <a:custGeom>
              <a:avLst/>
              <a:gdLst>
                <a:gd name="T0" fmla="*/ 0 w 363"/>
                <a:gd name="T1" fmla="*/ 556 h 556"/>
                <a:gd name="T2" fmla="*/ 0 w 363"/>
                <a:gd name="T3" fmla="*/ 0 h 556"/>
                <a:gd name="T4" fmla="*/ 363 w 363"/>
                <a:gd name="T5" fmla="*/ 0 h 556"/>
                <a:gd name="T6" fmla="*/ 363 w 363"/>
                <a:gd name="T7" fmla="*/ 92 h 556"/>
                <a:gd name="T8" fmla="*/ 110 w 363"/>
                <a:gd name="T9" fmla="*/ 92 h 556"/>
                <a:gd name="T10" fmla="*/ 110 w 363"/>
                <a:gd name="T11" fmla="*/ 227 h 556"/>
                <a:gd name="T12" fmla="*/ 352 w 363"/>
                <a:gd name="T13" fmla="*/ 227 h 556"/>
                <a:gd name="T14" fmla="*/ 352 w 363"/>
                <a:gd name="T15" fmla="*/ 319 h 556"/>
                <a:gd name="T16" fmla="*/ 110 w 363"/>
                <a:gd name="T17" fmla="*/ 319 h 556"/>
                <a:gd name="T18" fmla="*/ 110 w 363"/>
                <a:gd name="T19" fmla="*/ 464 h 556"/>
                <a:gd name="T20" fmla="*/ 363 w 363"/>
                <a:gd name="T21" fmla="*/ 464 h 556"/>
                <a:gd name="T22" fmla="*/ 363 w 363"/>
                <a:gd name="T23" fmla="*/ 556 h 556"/>
                <a:gd name="T24" fmla="*/ 0 w 363"/>
                <a:gd name="T25" fmla="*/ 556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3" h="556">
                  <a:moveTo>
                    <a:pt x="0" y="556"/>
                  </a:moveTo>
                  <a:lnTo>
                    <a:pt x="0" y="0"/>
                  </a:lnTo>
                  <a:lnTo>
                    <a:pt x="363" y="0"/>
                  </a:lnTo>
                  <a:lnTo>
                    <a:pt x="363" y="92"/>
                  </a:lnTo>
                  <a:lnTo>
                    <a:pt x="110" y="92"/>
                  </a:lnTo>
                  <a:lnTo>
                    <a:pt x="110" y="227"/>
                  </a:lnTo>
                  <a:lnTo>
                    <a:pt x="352" y="227"/>
                  </a:lnTo>
                  <a:lnTo>
                    <a:pt x="352" y="319"/>
                  </a:lnTo>
                  <a:lnTo>
                    <a:pt x="110" y="319"/>
                  </a:lnTo>
                  <a:lnTo>
                    <a:pt x="110" y="464"/>
                  </a:lnTo>
                  <a:lnTo>
                    <a:pt x="363" y="464"/>
                  </a:lnTo>
                  <a:lnTo>
                    <a:pt x="363" y="556"/>
                  </a:lnTo>
                  <a:lnTo>
                    <a:pt x="0" y="556"/>
                  </a:ln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4993102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825" y="377825"/>
            <a:ext cx="7523163" cy="8501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1925636"/>
            <a:ext cx="11436350" cy="4456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7755" y="6480175"/>
            <a:ext cx="722264" cy="216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4744" y="6480175"/>
            <a:ext cx="229431" cy="216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9EA7B3"/>
                </a:solidFill>
              </a:defRPr>
            </a:lvl1pPr>
          </a:lstStyle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4A57FA-CBE0-4527-848B-CD3B986A4345}"/>
              </a:ext>
            </a:extLst>
          </p:cNvPr>
          <p:cNvCxnSpPr/>
          <p:nvPr userDrawn="1"/>
        </p:nvCxnSpPr>
        <p:spPr>
          <a:xfrm>
            <a:off x="377825" y="1227932"/>
            <a:ext cx="11436350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40A8862-0DD2-4048-A3B9-9B6F37467FA8}"/>
              </a:ext>
            </a:extLst>
          </p:cNvPr>
          <p:cNvPicPr>
            <a:picLocks noChangeAspect="1"/>
          </p:cNvPicPr>
          <p:nvPr userDrawn="1"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5620" y="6477467"/>
            <a:ext cx="49499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04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722" r:id="rId8"/>
    <p:sldLayoutId id="2147483723" r:id="rId9"/>
    <p:sldLayoutId id="2147483676" r:id="rId10"/>
    <p:sldLayoutId id="2147483721" r:id="rId11"/>
    <p:sldLayoutId id="2147483724" r:id="rId12"/>
    <p:sldLayoutId id="2147483710" r:id="rId13"/>
    <p:sldLayoutId id="2147483709" r:id="rId14"/>
    <p:sldLayoutId id="2147483691" r:id="rId15"/>
    <p:sldLayoutId id="2147483729" r:id="rId16"/>
    <p:sldLayoutId id="2147483725" r:id="rId17"/>
    <p:sldLayoutId id="2147483701" r:id="rId18"/>
    <p:sldLayoutId id="2147483702" r:id="rId19"/>
    <p:sldLayoutId id="2147483726" r:id="rId20"/>
    <p:sldLayoutId id="2147483728" r:id="rId21"/>
    <p:sldLayoutId id="2147483727" r:id="rId22"/>
    <p:sldLayoutId id="2147483730" r:id="rId23"/>
    <p:sldLayoutId id="2147483731" r:id="rId24"/>
    <p:sldLayoutId id="2147483700" r:id="rId25"/>
    <p:sldLayoutId id="2147483705" r:id="rId26"/>
    <p:sldLayoutId id="2147483704" r:id="rId27"/>
    <p:sldLayoutId id="2147483706" r:id="rId28"/>
    <p:sldLayoutId id="2147483707" r:id="rId29"/>
    <p:sldLayoutId id="2147483703" r:id="rId30"/>
    <p:sldLayoutId id="2147483696" r:id="rId31"/>
    <p:sldLayoutId id="2147483695" r:id="rId32"/>
    <p:sldLayoutId id="2147483697" r:id="rId33"/>
    <p:sldLayoutId id="2147483675" r:id="rId34"/>
    <p:sldLayoutId id="2147483692" r:id="rId35"/>
    <p:sldLayoutId id="2147483693" r:id="rId36"/>
    <p:sldLayoutId id="2147483698" r:id="rId37"/>
    <p:sldLayoutId id="2147483699" r:id="rId38"/>
    <p:sldLayoutId id="2147483689" r:id="rId39"/>
    <p:sldLayoutId id="2147483690" r:id="rId40"/>
    <p:sldLayoutId id="2147483711" r:id="rId41"/>
    <p:sldLayoutId id="2147483715" r:id="rId42"/>
    <p:sldLayoutId id="2147483712" r:id="rId43"/>
    <p:sldLayoutId id="2147483713" r:id="rId44"/>
    <p:sldLayoutId id="2147483714" r:id="rId45"/>
    <p:sldLayoutId id="2147483718" r:id="rId46"/>
    <p:sldLayoutId id="2147483716" r:id="rId47"/>
    <p:sldLayoutId id="2147483717" r:id="rId48"/>
    <p:sldLayoutId id="2147483720" r:id="rId49"/>
    <p:sldLayoutId id="2147483719" r:id="rId50"/>
    <p:sldLayoutId id="2147483678" r:id="rId51"/>
    <p:sldLayoutId id="2147483679" r:id="rId52"/>
    <p:sldLayoutId id="2147483733" r:id="rId53"/>
    <p:sldLayoutId id="2147483732" r:id="rId54"/>
    <p:sldLayoutId id="2147483734" r:id="rId55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50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None/>
        <a:defRPr sz="12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108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Char char="•"/>
        <a:defRPr sz="1200" b="0" kern="1200">
          <a:solidFill>
            <a:schemeClr val="accent4"/>
          </a:solidFill>
          <a:latin typeface="+mn-lt"/>
          <a:ea typeface="+mn-ea"/>
          <a:cs typeface="+mn-cs"/>
        </a:defRPr>
      </a:lvl2pPr>
      <a:lvl3pPr marL="216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Char char="•"/>
        <a:defRPr sz="1200" b="0" kern="1200">
          <a:solidFill>
            <a:schemeClr val="accent4"/>
          </a:solidFill>
          <a:latin typeface="+mn-lt"/>
          <a:ea typeface="+mn-ea"/>
          <a:cs typeface="+mn-cs"/>
        </a:defRPr>
      </a:lvl3pPr>
      <a:lvl4pPr marL="324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Char char="•"/>
        <a:defRPr sz="1200" b="0" kern="1200">
          <a:solidFill>
            <a:schemeClr val="accent4"/>
          </a:solidFill>
          <a:latin typeface="+mn-lt"/>
          <a:ea typeface="+mn-ea"/>
          <a:cs typeface="+mn-cs"/>
        </a:defRPr>
      </a:lvl4pPr>
      <a:lvl5pPr marL="432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Char char="•"/>
        <a:defRPr sz="1200" b="0" kern="1200">
          <a:solidFill>
            <a:schemeClr val="accent4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600" kern="1200">
          <a:solidFill>
            <a:schemeClr val="accent4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400"/>
        </a:spcAft>
        <a:buFont typeface="Arial" panose="020B0604020202020204" pitchFamily="34" charset="0"/>
        <a:buNone/>
        <a:defRPr sz="1200" b="1" kern="120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None/>
        <a:defRPr sz="3000" kern="1200">
          <a:solidFill>
            <a:schemeClr val="accent1"/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38" userDrawn="1">
          <p15:clr>
            <a:srgbClr val="F26B43"/>
          </p15:clr>
        </p15:guide>
        <p15:guide id="4" pos="2511" userDrawn="1">
          <p15:clr>
            <a:srgbClr val="F26B43"/>
          </p15:clr>
        </p15:guide>
        <p15:guide id="5" pos="2704" userDrawn="1">
          <p15:clr>
            <a:srgbClr val="F26B43"/>
          </p15:clr>
        </p15:guide>
        <p15:guide id="6" pos="4977" userDrawn="1">
          <p15:clr>
            <a:srgbClr val="F26B43"/>
          </p15:clr>
        </p15:guide>
        <p15:guide id="7" pos="5169" userDrawn="1">
          <p15:clr>
            <a:srgbClr val="F26B43"/>
          </p15:clr>
        </p15:guide>
        <p15:guide id="8" pos="7442" userDrawn="1">
          <p15:clr>
            <a:srgbClr val="F26B43"/>
          </p15:clr>
        </p15:guide>
        <p15:guide id="9" orient="horz" pos="238" userDrawn="1">
          <p15:clr>
            <a:srgbClr val="F26B43"/>
          </p15:clr>
        </p15:guide>
        <p15:guide id="10" orient="horz" pos="4020" userDrawn="1">
          <p15:clr>
            <a:srgbClr val="F26B43"/>
          </p15:clr>
        </p15:guide>
        <p15:guide id="11" orient="horz" pos="1751" userDrawn="1">
          <p15:clr>
            <a:srgbClr val="F26B43"/>
          </p15:clr>
        </p15:guide>
        <p15:guide id="12" orient="horz" pos="1213" userDrawn="1">
          <p15:clr>
            <a:srgbClr val="F26B43"/>
          </p15:clr>
        </p15:guide>
        <p15:guide id="13" orient="horz" pos="7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5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A490D-8D17-414E-B881-9623CBCC1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320" y="1405218"/>
            <a:ext cx="5177118" cy="1593477"/>
          </a:xfrm>
        </p:spPr>
        <p:txBody>
          <a:bodyPr/>
          <a:lstStyle/>
          <a:p>
            <a:r>
              <a:rPr lang="en-GB" sz="7200" dirty="0"/>
              <a:t>Coding Corgi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130C5C-CF28-7527-ADCF-51D1BF96B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874" y="642096"/>
            <a:ext cx="3741973" cy="593761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5A17CF5-0869-EB1B-DF41-AB50F2EB2251}"/>
              </a:ext>
            </a:extLst>
          </p:cNvPr>
          <p:cNvSpPr txBox="1">
            <a:spLocks/>
          </p:cNvSpPr>
          <p:nvPr/>
        </p:nvSpPr>
        <p:spPr>
          <a:xfrm>
            <a:off x="800100" y="2998695"/>
            <a:ext cx="6017559" cy="159347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5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A little dog with bigger dreams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05408087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52342-194E-6410-1C9D-54F00D6F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DE56-6819-762E-747B-E57CFD3F6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6349" y="2922055"/>
            <a:ext cx="6531910" cy="1620370"/>
          </a:xfrm>
        </p:spPr>
        <p:txBody>
          <a:bodyPr/>
          <a:lstStyle/>
          <a:p>
            <a:pPr algn="ctr"/>
            <a:r>
              <a:rPr lang="en-US" sz="6000" dirty="0"/>
              <a:t>The Birth of a Legend</a:t>
            </a:r>
            <a:endParaRPr lang="en-GB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F12D4C-A798-BA55-D54C-9CB0E67FD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279" y="895209"/>
            <a:ext cx="3792070" cy="567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4523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18CBF-F3AC-B7C7-AC41-A29E90E81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105C7-88CC-BA3F-2A35-C5F7FB42C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4336" y="545504"/>
            <a:ext cx="5449999" cy="1620370"/>
          </a:xfrm>
        </p:spPr>
        <p:txBody>
          <a:bodyPr/>
          <a:lstStyle/>
          <a:p>
            <a:pPr algn="ctr"/>
            <a:r>
              <a:rPr lang="en-US" sz="5400" dirty="0"/>
              <a:t>Before wedding…</a:t>
            </a:r>
            <a:endParaRPr lang="en-GB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B8AFC8-E316-3823-5AF9-B514EA694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209" y="545504"/>
            <a:ext cx="3386033" cy="601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3294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751FC-CEB3-FCA8-F935-BC30A7A7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0193C0-2014-0D96-39CE-585150522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340" y="667976"/>
            <a:ext cx="4235045" cy="564452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756A519-4F87-F95C-910F-C33366B2B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667976"/>
            <a:ext cx="5449999" cy="1620370"/>
          </a:xfrm>
        </p:spPr>
        <p:txBody>
          <a:bodyPr/>
          <a:lstStyle/>
          <a:p>
            <a:pPr algn="ctr"/>
            <a:r>
              <a:rPr lang="en-US" sz="5400" dirty="0"/>
              <a:t>… after wedding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299950078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5043C-4BBD-E76B-3741-740061CE8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6830C0-9E3F-3BEF-8F3A-423D3D133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316" y="498513"/>
            <a:ext cx="4589440" cy="5860973"/>
          </a:xfrm>
          <a:prstGeom prst="rect">
            <a:avLst/>
          </a:prstGeom>
        </p:spPr>
      </p:pic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EA70BB04-A239-4CA1-E48D-5302D9C44EF1}"/>
              </a:ext>
            </a:extLst>
          </p:cNvPr>
          <p:cNvCxnSpPr>
            <a:cxnSpLocks/>
          </p:cNvCxnSpPr>
          <p:nvPr/>
        </p:nvCxnSpPr>
        <p:spPr>
          <a:xfrm rot="10800000">
            <a:off x="6878171" y="3328148"/>
            <a:ext cx="1734672" cy="1499347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48BF65E-6A71-A6E5-3762-AA8DC952B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1" y="3336045"/>
            <a:ext cx="4076700" cy="2982900"/>
          </a:xfrm>
        </p:spPr>
        <p:txBody>
          <a:bodyPr/>
          <a:lstStyle/>
          <a:p>
            <a:pPr algn="ctr"/>
            <a:r>
              <a:rPr lang="en-US" sz="3600" dirty="0"/>
              <a:t>Yes, the stick got stuck in the mouth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62405939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B9957-BAD4-7549-D594-F40257E4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BF783D-58C5-C7C1-6444-9C4C93A6F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469" y="210807"/>
            <a:ext cx="4969407" cy="643638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4B39261-E8BD-111A-76B6-789F7C638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124" y="2618814"/>
            <a:ext cx="5449999" cy="1620370"/>
          </a:xfrm>
        </p:spPr>
        <p:txBody>
          <a:bodyPr/>
          <a:lstStyle/>
          <a:p>
            <a:pPr algn="ctr"/>
            <a:r>
              <a:rPr lang="en-US" sz="5400" dirty="0"/>
              <a:t>From lifestyle to engineering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384551649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25664-172F-5696-131F-AEB5E82EB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9DDF1C-4277-AAE2-EA6B-15F7F8680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58" y="1902004"/>
            <a:ext cx="5149113" cy="3783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13CA4E-B04E-F00E-B23E-2DD8699F4D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279" y="1902004"/>
            <a:ext cx="4883522" cy="381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27141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016C1-D169-A3E0-08E9-01C4ED3EE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4876A7-B546-E1BB-82DE-D2B2C0482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065" y="772877"/>
            <a:ext cx="4795366" cy="5427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3A7CBD-6237-3FD1-3FC4-F511D8E54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45" y="772877"/>
            <a:ext cx="4264572" cy="545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15818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ACF04-E226-CD64-18AE-B015701B2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3A3F8F-673E-A9D7-8A81-2E3668759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391" y="477370"/>
            <a:ext cx="5019957" cy="5903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8DA776-844A-2801-A4EA-2C0703870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289" y="470646"/>
            <a:ext cx="3720321" cy="590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20630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89D7B-B3CF-0FFE-99EA-32C0B6C8C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94DE2C-89B0-C958-39CE-30BC1AE41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976" y="268942"/>
            <a:ext cx="2380438" cy="31600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792880-1A10-4594-EB8C-06C97415F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637" y="268942"/>
            <a:ext cx="1918669" cy="3166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290AF0-7EC4-C352-6493-88464DA9CE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975" y="3480684"/>
            <a:ext cx="2312393" cy="33514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A35ED3-3A96-4481-52B6-00CD88C4CC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529" y="268942"/>
            <a:ext cx="2639231" cy="31668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D14FB1-8A53-E4F4-FC29-B1C480C9E1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414" y="3479376"/>
            <a:ext cx="2731862" cy="32934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762FBD-4D30-65EA-B391-F8B7FA251E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27" y="3479375"/>
            <a:ext cx="2443443" cy="329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0567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7264A-8AE0-A722-DB2C-399EACDF9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005D7D-AC39-B74A-0022-E316CEE2B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195" y="275664"/>
            <a:ext cx="3930034" cy="636353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C4C0BC4-AE20-9C1F-CBEA-E53328B90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6947" y="1078677"/>
            <a:ext cx="5449999" cy="4700645"/>
          </a:xfrm>
        </p:spPr>
        <p:txBody>
          <a:bodyPr/>
          <a:lstStyle/>
          <a:p>
            <a:pPr algn="ctr"/>
            <a:r>
              <a:rPr lang="en-US" sz="4000" dirty="0"/>
              <a:t>The Upper World: our cloud services.</a:t>
            </a:r>
            <a:br>
              <a:rPr lang="ru-RU" sz="4000" dirty="0"/>
            </a:br>
            <a:br>
              <a:rPr lang="ru-RU" sz="4000" dirty="0"/>
            </a:br>
            <a:br>
              <a:rPr lang="ru-RU" sz="4000" dirty="0"/>
            </a:br>
            <a:br>
              <a:rPr lang="ru-RU" sz="4000" dirty="0"/>
            </a:br>
            <a:br>
              <a:rPr lang="ru-RU" sz="4000" dirty="0"/>
            </a:br>
            <a:br>
              <a:rPr lang="en-US" sz="4000" dirty="0"/>
            </a:br>
            <a:r>
              <a:rPr lang="en-US" sz="4000" dirty="0"/>
              <a:t>The Lower World: our code and libraries.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97081534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544FC-4A94-FBE3-EB21-6C8D4B35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EFB5-4D4F-7AFA-6AA4-2C05E7BD3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608" y="342899"/>
            <a:ext cx="6531910" cy="978955"/>
          </a:xfrm>
        </p:spPr>
        <p:txBody>
          <a:bodyPr/>
          <a:lstStyle/>
          <a:p>
            <a:pPr algn="ctr"/>
            <a:r>
              <a:rPr lang="en-US" sz="6000" dirty="0"/>
              <a:t>Cultural References</a:t>
            </a:r>
            <a:endParaRPr lang="en-GB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4AC633-226A-FF80-13AF-9D5679FEA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78" y="2227036"/>
            <a:ext cx="4383741" cy="2926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D67F35-18A2-74B0-6B2A-BCF9329E6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535" y="2227036"/>
            <a:ext cx="3287359" cy="31389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653298-7206-63B3-1442-F10B94F691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955" y="2227036"/>
            <a:ext cx="3904344" cy="274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0388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4AE42-05A4-6A34-66E7-B6E7740F4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5CE4-2D3D-1C4B-1B1F-D15E2A457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1202" y="423582"/>
            <a:ext cx="6531910" cy="978955"/>
          </a:xfrm>
        </p:spPr>
        <p:txBody>
          <a:bodyPr/>
          <a:lstStyle/>
          <a:p>
            <a:pPr algn="ctr"/>
            <a:r>
              <a:rPr lang="en-US" sz="6000" dirty="0"/>
              <a:t>Engineer</a:t>
            </a:r>
            <a:endParaRPr lang="en-GB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6B5259-072E-6A9C-70B5-497885CA9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57" y="2353234"/>
            <a:ext cx="2645557" cy="4020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359598-5998-87BB-9121-313185E0E9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14" y="2523709"/>
            <a:ext cx="5676610" cy="2821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151DAE-D4B3-A44F-6232-5B60B8D7FE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425" y="2225488"/>
            <a:ext cx="2912345" cy="440766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4E37187-2612-401B-FBCD-03919A3B25BA}"/>
              </a:ext>
            </a:extLst>
          </p:cNvPr>
          <p:cNvSpPr txBox="1">
            <a:spLocks/>
          </p:cNvSpPr>
          <p:nvPr/>
        </p:nvSpPr>
        <p:spPr>
          <a:xfrm>
            <a:off x="2358277" y="1513115"/>
            <a:ext cx="7617759" cy="44040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5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(sketch / story board)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4596946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D32E9-C286-92CA-E67E-AF89FF30B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459B2-C4C4-8EFA-FD37-A9B216061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1202" y="423582"/>
            <a:ext cx="6531910" cy="978955"/>
          </a:xfrm>
        </p:spPr>
        <p:txBody>
          <a:bodyPr/>
          <a:lstStyle/>
          <a:p>
            <a:pPr algn="ctr"/>
            <a:r>
              <a:rPr lang="en-US" sz="6000" dirty="0"/>
              <a:t>Engineer</a:t>
            </a:r>
            <a:endParaRPr lang="en-GB" sz="6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B440E9-A251-1F65-EB76-56B68E2B3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643" y="2420470"/>
            <a:ext cx="3303212" cy="41398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7ECCC8-8CD1-482D-BD00-6B329F0993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268" y="2418318"/>
            <a:ext cx="2914089" cy="413772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12F7680-6B00-70A5-43B4-922738EE8AA5}"/>
              </a:ext>
            </a:extLst>
          </p:cNvPr>
          <p:cNvSpPr txBox="1">
            <a:spLocks/>
          </p:cNvSpPr>
          <p:nvPr/>
        </p:nvSpPr>
        <p:spPr>
          <a:xfrm>
            <a:off x="2358277" y="1513115"/>
            <a:ext cx="7617759" cy="44040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5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(sketch / story board)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4041061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3509C-941A-F0AF-B2E2-DC53C3B619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01308" y="1124591"/>
            <a:ext cx="3326561" cy="5543837"/>
          </a:xfrm>
        </p:spPr>
        <p:txBody>
          <a:bodyPr/>
          <a:lstStyle/>
          <a:p>
            <a:r>
              <a:rPr lang="en-GB" sz="2000" dirty="0"/>
              <a:t>Centuries ago, commedia dell’arte used exaggerated characters, masks, and humour to explore human weaknesses and social contradictions.</a:t>
            </a:r>
          </a:p>
          <a:p>
            <a:r>
              <a:rPr lang="en-GB" sz="2000" dirty="0"/>
              <a:t>A fictional character creates a little distance between us and reality. That distance can make it easier to question conventions, challenge authority, and talk about uncomfortable subjects.</a:t>
            </a:r>
          </a:p>
          <a:p>
            <a:r>
              <a:rPr lang="en-GB" sz="2000" dirty="0"/>
              <a:t>Coding Corgi builds on the same idea: a small, funny character can help us talk about big things.</a:t>
            </a:r>
          </a:p>
          <a:p>
            <a:endParaRPr lang="en-GB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E330CB-71A5-72BE-59BD-647653800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54" y="1124592"/>
            <a:ext cx="8103221" cy="540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2695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F8850-7454-583C-1738-D059BA3BD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262D3C-BF61-B19D-6BD9-E8188C050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947" y="460315"/>
            <a:ext cx="9010671" cy="612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0934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277C2-83C4-CF35-F2FD-7A3F7DF85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74A462-1800-5096-7CB6-4F57389B2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268" y="413497"/>
            <a:ext cx="499490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8A926D-9AD0-C5B7-1A1A-ACA5AEA280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596" y="413497"/>
            <a:ext cx="4229317" cy="60310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FA8B5A-2B60-FBCE-1667-4A32C4F49C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85" y="1136277"/>
            <a:ext cx="3857763" cy="517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8916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EF72-46DC-90E5-F861-BC05E17C1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DC500D-8FFC-CDCD-8AA0-14C757A19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222" y="305684"/>
            <a:ext cx="4407187" cy="624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9208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99E28-B579-FD70-400C-5AD74E75D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68828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15F01-1478-4CD4-81F3-0093E5042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297" y="1761935"/>
            <a:ext cx="11517406" cy="4154771"/>
          </a:xfrm>
        </p:spPr>
        <p:txBody>
          <a:bodyPr/>
          <a:lstStyle/>
          <a:p>
            <a:r>
              <a:rPr lang="en-US" sz="4800" dirty="0"/>
              <a:t>Join Us!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https://www.codingcorgi.co/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https://www.instagram.com/coding.corgi/</a:t>
            </a:r>
            <a:br>
              <a:rPr lang="en-US" sz="4800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37936707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erck 16:9 PPT Theme">
  <a:themeElements>
    <a:clrScheme name="Merck colour theme">
      <a:dk1>
        <a:sysClr val="windowText" lastClr="000000"/>
      </a:dk1>
      <a:lt1>
        <a:sysClr val="window" lastClr="FFFFFF"/>
      </a:lt1>
      <a:dk2>
        <a:srgbClr val="44546A"/>
      </a:dk2>
      <a:lt2>
        <a:srgbClr val="9EA7B3"/>
      </a:lt2>
      <a:accent1>
        <a:srgbClr val="00857C"/>
      </a:accent1>
      <a:accent2>
        <a:srgbClr val="6ECEB2"/>
      </a:accent2>
      <a:accent3>
        <a:srgbClr val="FFF063"/>
      </a:accent3>
      <a:accent4>
        <a:srgbClr val="0C2340"/>
      </a:accent4>
      <a:accent5>
        <a:srgbClr val="5450E4"/>
      </a:accent5>
      <a:accent6>
        <a:srgbClr val="688CE8"/>
      </a:accent6>
      <a:hlink>
        <a:srgbClr val="0563C1"/>
      </a:hlink>
      <a:folHlink>
        <a:srgbClr val="954F72"/>
      </a:folHlink>
    </a:clrScheme>
    <a:fontScheme name="Merck font theme">
      <a:majorFont>
        <a:latin typeface="Invention Light"/>
        <a:ea typeface=""/>
        <a:cs typeface=""/>
      </a:majorFont>
      <a:minorFont>
        <a:latin typeface="Inventio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/>
        </a:defPPr>
      </a:lstStyle>
    </a:txDef>
  </a:objectDefaults>
  <a:extraClrSchemeLst/>
  <a:custClrLst>
    <a:custClr name="Merck Teal">
      <a:srgbClr val="00857C"/>
    </a:custClr>
    <a:custClr name="White">
      <a:srgbClr val="FFFFFF"/>
    </a:custClr>
    <a:custClr name="Merck Blue">
      <a:srgbClr val="0C2340"/>
    </a:custClr>
    <a:custClr name="Merck Light Teal">
      <a:srgbClr val="6ECEB2"/>
    </a:custClr>
    <a:custClr name="Merck Off-White">
      <a:srgbClr val="F7F7F7"/>
    </a:custClr>
    <a:custClr name="Merck Lime">
      <a:srgbClr val="BFED33"/>
    </a:custClr>
    <a:custClr name="Merck Lemon">
      <a:srgbClr val="FFF063"/>
    </a:custClr>
    <a:custClr name="Merck Pastel Blue">
      <a:srgbClr val="69B8F7"/>
    </a:custClr>
    <a:custClr name="Merck Vista Blue">
      <a:srgbClr val="688CE8"/>
    </a:custClr>
    <a:custClr name="Merck Rich Blue">
      <a:srgbClr val="5450E4"/>
    </a:custClr>
  </a:custClrLst>
  <a:extLst>
    <a:ext uri="{05A4C25C-085E-4340-85A3-A5531E510DB2}">
      <thm15:themeFamily xmlns:thm15="http://schemas.microsoft.com/office/thememl/2012/main" name="Presentation9" id="{793AA36C-CAEF-7D48-887A-6340D8FAE0EA}" vid="{B2A957DF-A6D6-7341-9B3F-CD70257F1B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Inventing for Life 16_9 PowerPoint template (1)</Template>
  <TotalTime>209</TotalTime>
  <Words>172</Words>
  <Application>Microsoft Office PowerPoint</Application>
  <PresentationFormat>Widescreen</PresentationFormat>
  <Paragraphs>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Invention</vt:lpstr>
      <vt:lpstr>Invention Light</vt:lpstr>
      <vt:lpstr>Merck 16:9 PPT Theme</vt:lpstr>
      <vt:lpstr>Coding Corgi</vt:lpstr>
      <vt:lpstr>The Birth of a Legend</vt:lpstr>
      <vt:lpstr>Before wedding…</vt:lpstr>
      <vt:lpstr>… after wedding</vt:lpstr>
      <vt:lpstr>Yes, the stick got stuck in the mouth</vt:lpstr>
      <vt:lpstr>From lifestyle to engineering</vt:lpstr>
      <vt:lpstr>PowerPoint Presentation</vt:lpstr>
      <vt:lpstr>PowerPoint Presentation</vt:lpstr>
      <vt:lpstr>PowerPoint Presentation</vt:lpstr>
      <vt:lpstr>PowerPoint Presentation</vt:lpstr>
      <vt:lpstr>The Upper World: our cloud services.      The Lower World: our code and libraries.</vt:lpstr>
      <vt:lpstr>Cultural References</vt:lpstr>
      <vt:lpstr>Engineer</vt:lpstr>
      <vt:lpstr>Engineer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Join Us!  https://www.codingcorgi.co/  https://www.instagram.com/coding.corgi/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</dc:title>
  <dc:creator>Kaivallya, Vivek</dc:creator>
  <cp:lastModifiedBy>Evgeny Leonov</cp:lastModifiedBy>
  <cp:revision>72</cp:revision>
  <dcterms:created xsi:type="dcterms:W3CDTF">2022-02-09T13:00:45Z</dcterms:created>
  <dcterms:modified xsi:type="dcterms:W3CDTF">2026-10-18T17:34:00Z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rckAIPLabel">
    <vt:lpwstr>Proprietary</vt:lpwstr>
  </property>
  <property fmtid="{D5CDD505-2E9C-101B-9397-08002B2CF9AE}" pid="3" name="MerckAIPDataExchange">
    <vt:lpwstr>!MRKMIP@Proprietary</vt:lpwstr>
  </property>
  <property fmtid="{D5CDD505-2E9C-101B-9397-08002B2CF9AE}" pid="4" name="_AdHocReviewCycleID">
    <vt:i4>2028760941</vt:i4>
  </property>
  <property fmtid="{D5CDD505-2E9C-101B-9397-08002B2CF9AE}" pid="5" name="_NewReviewCycle">
    <vt:lpwstr/>
  </property>
  <property fmtid="{D5CDD505-2E9C-101B-9397-08002B2CF9AE}" pid="6" name="_EmailSubject">
    <vt:lpwstr>corgi</vt:lpwstr>
  </property>
  <property fmtid="{D5CDD505-2E9C-101B-9397-08002B2CF9AE}" pid="7" name="_AuthorEmail">
    <vt:lpwstr>eugene.leonov@msd.com</vt:lpwstr>
  </property>
  <property fmtid="{D5CDD505-2E9C-101B-9397-08002B2CF9AE}" pid="8" name="_AuthorEmailDisplayName">
    <vt:lpwstr>Leonov, Evgeny</vt:lpwstr>
  </property>
  <property fmtid="{D5CDD505-2E9C-101B-9397-08002B2CF9AE}" pid="9" name="MSIP_Label_e81acc0d-dcc4-4dc9-a2c5-be70b05a2fe6_Enabled">
    <vt:lpwstr>true</vt:lpwstr>
  </property>
  <property fmtid="{D5CDD505-2E9C-101B-9397-08002B2CF9AE}" pid="10" name="MSIP_Label_e81acc0d-dcc4-4dc9-a2c5-be70b05a2fe6_SetDate">
    <vt:lpwstr>2026-10-14T08:19:36Z</vt:lpwstr>
  </property>
  <property fmtid="{D5CDD505-2E9C-101B-9397-08002B2CF9AE}" pid="11" name="MSIP_Label_e81acc0d-dcc4-4dc9-a2c5-be70b05a2fe6_Method">
    <vt:lpwstr>Privileged</vt:lpwstr>
  </property>
  <property fmtid="{D5CDD505-2E9C-101B-9397-08002B2CF9AE}" pid="12" name="MSIP_Label_e81acc0d-dcc4-4dc9-a2c5-be70b05a2fe6_Name">
    <vt:lpwstr>e81acc0d-dcc4-4dc9-a2c5-be70b05a2fe6</vt:lpwstr>
  </property>
  <property fmtid="{D5CDD505-2E9C-101B-9397-08002B2CF9AE}" pid="13" name="MSIP_Label_e81acc0d-dcc4-4dc9-a2c5-be70b05a2fe6_SiteId">
    <vt:lpwstr>a00de4ec-48a8-43a6-be74-e31274e2060d</vt:lpwstr>
  </property>
  <property fmtid="{D5CDD505-2E9C-101B-9397-08002B2CF9AE}" pid="14" name="MSIP_Label_e81acc0d-dcc4-4dc9-a2c5-be70b05a2fe6_ActionId">
    <vt:lpwstr>f48b65d0-b2db-48e5-936a-62f9f7799fd0</vt:lpwstr>
  </property>
  <property fmtid="{D5CDD505-2E9C-101B-9397-08002B2CF9AE}" pid="15" name="MSIP_Label_e81acc0d-dcc4-4dc9-a2c5-be70b05a2fe6_ContentBits">
    <vt:lpwstr>0</vt:lpwstr>
  </property>
  <property fmtid="{D5CDD505-2E9C-101B-9397-08002B2CF9AE}" pid="16" name="MSIP_Label_e81acc0d-dcc4-4dc9-a2c5-be70b05a2fe6_Tag">
    <vt:lpwstr>10, 0, 1, 1</vt:lpwstr>
  </property>
  <property fmtid="{D5CDD505-2E9C-101B-9397-08002B2CF9AE}" pid="17" name="_PreviousAdHocReviewCycleID">
    <vt:i4>29745715</vt:i4>
  </property>
</Properties>
</file>